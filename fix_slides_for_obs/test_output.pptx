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311" r:id="rId3"/>
    <p:sldId id="2007" r:id="rId4"/>
    <p:sldId id="2008" r:id="rId5"/>
    <p:sldId id="2361" r:id="rId6"/>
    <p:sldId id="2333" r:id="rId7"/>
    <p:sldId id="2362" r:id="rId8"/>
    <p:sldId id="2335" r:id="rId9"/>
    <p:sldId id="2339" r:id="rId10"/>
    <p:sldId id="1646" r:id="rId11"/>
    <p:sldId id="2363" r:id="rId12"/>
    <p:sldId id="1179" r:id="rId13"/>
    <p:sldId id="2312" r:id="rId14"/>
    <p:sldId id="2313" r:id="rId15"/>
    <p:sldId id="2343" r:id="rId16"/>
    <p:sldId id="2042" r:id="rId17"/>
    <p:sldId id="2043" r:id="rId18"/>
    <p:sldId id="2044" r:id="rId19"/>
    <p:sldId id="2364" r:id="rId20"/>
    <p:sldId id="2365" r:id="rId21"/>
    <p:sldId id="2366" r:id="rId22"/>
    <p:sldId id="2048" r:id="rId23"/>
    <p:sldId id="2049" r:id="rId24"/>
    <p:sldId id="2050" r:id="rId25"/>
    <p:sldId id="2367" r:id="rId26"/>
    <p:sldId id="1464" r:id="rId27"/>
    <p:sldId id="2014" r:id="rId28"/>
    <p:sldId id="2015" r:id="rId29"/>
    <p:sldId id="2016" r:id="rId30"/>
    <p:sldId id="2017" r:id="rId31"/>
    <p:sldId id="2018" r:id="rId32"/>
    <p:sldId id="2019" r:id="rId33"/>
    <p:sldId id="2020" r:id="rId34"/>
    <p:sldId id="2021" r:id="rId35"/>
    <p:sldId id="2022" r:id="rId36"/>
    <p:sldId id="2023" r:id="rId37"/>
    <p:sldId id="2024" r:id="rId38"/>
    <p:sldId id="2025" r:id="rId39"/>
    <p:sldId id="2026" r:id="rId40"/>
    <p:sldId id="1894" r:id="rId41"/>
    <p:sldId id="2351" r:id="rId42"/>
    <p:sldId id="2352" r:id="rId43"/>
    <p:sldId id="2353" r:id="rId44"/>
    <p:sldId id="2354" r:id="rId45"/>
    <p:sldId id="2355" r:id="rId46"/>
    <p:sldId id="2356" r:id="rId47"/>
    <p:sldId id="2357" r:id="rId48"/>
    <p:sldId id="1988" r:id="rId49"/>
    <p:sldId id="2372" r:id="rId50"/>
    <p:sldId id="2373" r:id="rId51"/>
    <p:sldId id="2374" r:id="rId52"/>
    <p:sldId id="2375" r:id="rId53"/>
    <p:sldId id="2376" r:id="rId54"/>
    <p:sldId id="2377" r:id="rId55"/>
    <p:sldId id="2378" r:id="rId56"/>
    <p:sldId id="2379" r:id="rId57"/>
    <p:sldId id="2380" r:id="rId58"/>
    <p:sldId id="2381" r:id="rId59"/>
    <p:sldId id="2382" r:id="rId60"/>
    <p:sldId id="2383" r:id="rId61"/>
    <p:sldId id="2384" r:id="rId62"/>
    <p:sldId id="2385" r:id="rId63"/>
    <p:sldId id="2386" r:id="rId64"/>
    <p:sldId id="2387" r:id="rId65"/>
    <p:sldId id="2388" r:id="rId66"/>
    <p:sldId id="2389" r:id="rId67"/>
    <p:sldId id="2390" r:id="rId68"/>
    <p:sldId id="2392" r:id="rId69"/>
    <p:sldId id="2394" r:id="rId70"/>
    <p:sldId id="2029" r:id="rId71"/>
    <p:sldId id="2030" r:id="rId72"/>
    <p:sldId id="2031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C9CBD-3F5E-2515-C1DD-377B5FF83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3389B6-9AC0-AAD3-5E94-98ACE9AF2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03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10">
            <a:extLst>
              <a:ext uri="{FF2B5EF4-FFF2-40B4-BE49-F238E27FC236}">
                <a16:creationId xmlns:a16="http://schemas.microsoft.com/office/drawing/2014/main" id="{A9295C99-ADF0-3A9F-155A-E39572927C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2531" name="WordArt 8">
            <a:extLst>
              <a:ext uri="{FF2B5EF4-FFF2-40B4-BE49-F238E27FC236}">
                <a16:creationId xmlns:a16="http://schemas.microsoft.com/office/drawing/2014/main" id="{7B8A1AE2-0869-AAB9-81AA-9C6099EE51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361A16-D161-FC0F-4300-A61233FE7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F9BC5328-AD8F-0201-1B05-E0CF2B3A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ABA8D3-F0D6-6C12-811F-70935AEB7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C46CE36-25A1-A6F2-78AC-66B7EAC20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457658"/>
            <a:ext cx="10972800" cy="5057441"/>
          </a:xfrm>
        </p:spPr>
        <p:txBody>
          <a:bodyPr rtlCol="0">
            <a:normAutofit fontScale="92500" lnSpcReduction="20000"/>
          </a:bodyPr>
          <a:lstStyle/>
          <a:p>
            <a:pPr algn="ctr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105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5200" b="1" kern="100" dirty="0">
                <a:latin typeface="Arial" panose="020B0604020202020204" pitchFamily="34" charset="0"/>
                <a:cs typeface="Arial" panose="020B0604020202020204" pitchFamily="34" charset="0"/>
              </a:rPr>
              <a:t>Jesus, Mestre Divino, que chamastes os Apóstolos para vos seguirem, continuai a passar pelos nossos caminhos, pelas nossas famílias, pelas nossas escolas.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1D715E5-4188-BF2E-32D3-9E28F116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987758"/>
          </a:xfrm>
        </p:spPr>
        <p:txBody>
          <a:bodyPr rtlCol="0">
            <a:noAutofit/>
          </a:bodyPr>
          <a:lstStyle/>
          <a:p>
            <a:pPr algn="ctr">
              <a:defRPr/>
            </a:pPr>
            <a:r>
              <a:rPr lang="pt-BR" sz="4400" b="1" kern="100" spc="-26" dirty="0">
                <a:solidFill>
                  <a:srgbClr val="FFFF00"/>
                </a:solidFill>
                <a:latin typeface="Pragmatica Extended Bold"/>
                <a:ea typeface="Pragmatica Extended Bold"/>
                <a:cs typeface="Pragmatica Extended Bold"/>
              </a:rPr>
              <a:t>ORAÇÃO VOCACIONAL</a:t>
            </a:r>
            <a:endParaRPr lang="pt-BR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27D07E9-FF70-B0BD-AF52-06188D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42900"/>
            <a:ext cx="10972800" cy="6172200"/>
          </a:xfrm>
        </p:spPr>
        <p:txBody>
          <a:bodyPr rtlCol="0">
            <a:normAutofit fontScale="92500" lnSpcReduction="10000"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defRPr/>
            </a:pPr>
            <a:r>
              <a:rPr lang="pt-BR" sz="45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</a:t>
            </a:r>
            <a:r>
              <a:rPr lang="pt-BR" sz="48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E continuai a repetir o convite a muitos de nossos jovens. Dai coragem às pessoas convidadas, dai forças para que vos sejam fiéis como apóstolos leigos, como diáconos, padres e bispos, como religiosos e religiosas para o bem do povo de Deus e de toda a humanidade. Amém!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3ED77B2E-DA2B-A1AE-D4CB-927B8689F4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25603" name="Subtítulo 2">
            <a:extLst>
              <a:ext uri="{FF2B5EF4-FFF2-40B4-BE49-F238E27FC236}">
                <a16:creationId xmlns:a16="http://schemas.microsoft.com/office/drawing/2014/main" id="{B2396789-E9F3-B484-21CC-A5EB3E9261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51540575-0CE6-752C-287F-A5C87A218F0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881697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  <a:defRPr/>
            </a:pPr>
            <a:r>
              <a:rPr lang="pt-BR" sz="4000" dirty="0">
                <a:solidFill>
                  <a:srgbClr val="7030A0"/>
                </a:solidFill>
                <a:latin typeface="Calibri" panose="020F0502020204030204" pitchFamily="34" charset="0"/>
              </a:rPr>
              <a:t>Mesmo as trevas</a:t>
            </a:r>
            <a:br>
              <a:rPr lang="pt-BR" sz="3200" dirty="0">
                <a:latin typeface="Calibri" panose="020F0502020204030204" pitchFamily="34" charset="0"/>
              </a:rPr>
            </a:br>
            <a:r>
              <a:rPr lang="pt-BR" sz="3000" dirty="0">
                <a:latin typeface="Calibri" panose="020F0502020204030204" pitchFamily="34" charset="0"/>
              </a:rPr>
              <a:t>Comunidade Ecumênica de </a:t>
            </a:r>
            <a:r>
              <a:rPr lang="pt-BR" sz="3000" dirty="0" err="1">
                <a:latin typeface="Calibri" panose="020F0502020204030204" pitchFamily="34" charset="0"/>
              </a:rPr>
              <a:t>Taizé</a:t>
            </a:r>
            <a:endParaRPr lang="pt-BR" sz="2400" dirty="0">
              <a:latin typeface="Calibri" panose="020F0502020204030204" pitchFamily="34" charset="0"/>
            </a:endParaRPr>
          </a:p>
        </p:txBody>
      </p:sp>
      <p:sp>
        <p:nvSpPr>
          <p:cNvPr id="26627" name="Subtítulo 2">
            <a:extLst>
              <a:ext uri="{FF2B5EF4-FFF2-40B4-BE49-F238E27FC236}">
                <a16:creationId xmlns:a16="http://schemas.microsoft.com/office/drawing/2014/main" id="{AA8DA93A-D078-AD6F-8560-F6D17C0D777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1351597"/>
            <a:ext cx="10972800" cy="516350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6700" b="1">
                <a:latin typeface="Calibri" panose="020F0502020204030204" pitchFamily="34" charset="0"/>
              </a:rPr>
              <a:t>MESMO AS TREVAS, NÃO SÃO TREVAS/ PARA TI, A NOITE É LUMINOSA COMO O DIA.</a:t>
            </a:r>
            <a:endParaRPr lang="pt-BR" altLang="pt-BR" sz="54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WordArt 10">
            <a:extLst>
              <a:ext uri="{FF2B5EF4-FFF2-40B4-BE49-F238E27FC236}">
                <a16:creationId xmlns:a16="http://schemas.microsoft.com/office/drawing/2014/main" id="{57AE544F-A09A-9532-4D9F-809762C05DC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7651" name="WordArt 8">
            <a:extLst>
              <a:ext uri="{FF2B5EF4-FFF2-40B4-BE49-F238E27FC236}">
                <a16:creationId xmlns:a16="http://schemas.microsoft.com/office/drawing/2014/main" id="{23EF9D95-17A2-6C31-1ED5-72B91D58E2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BA45FB-A389-229F-BE52-DC166756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63FBCD07-61C9-81F6-8D24-F8C43880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F0D7EE-6FE0-6D9D-9A79-1E8B6D07B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1218B95A-D60F-3296-4E6E-3A02A50031C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617220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8675" name="Subtítulo 2">
            <a:extLst>
              <a:ext uri="{FF2B5EF4-FFF2-40B4-BE49-F238E27FC236}">
                <a16:creationId xmlns:a16="http://schemas.microsoft.com/office/drawing/2014/main" id="{AB52B51E-482D-E84F-D417-58F333FFADC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087120"/>
            <a:ext cx="10972800" cy="567940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1. O SENHOR ESTÁ PRA CHEGAR,/ JÁ SE CUMPRE A PROFECIA;/ O SEU REINO ENTÃO SERÁ/ LIBERDADE E ALEGRIA./ E AS NAÇÕES, ENFIM, RECEBEM,/ SALVAÇÃO A CADA DIA.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F7C07FF7-28A1-D147-7109-E059ECFC00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617220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9699" name="Subtítulo 2">
            <a:extLst>
              <a:ext uri="{FF2B5EF4-FFF2-40B4-BE49-F238E27FC236}">
                <a16:creationId xmlns:a16="http://schemas.microsoft.com/office/drawing/2014/main" id="{917417C3-778A-2F1E-2D44-3F958FDBA8A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087120"/>
            <a:ext cx="10972800" cy="569521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2. VEM DE NOVO RESTAURAR-NOS./ DE QUE LADO ESTARÁ?/ INDIGNADO CONTRA NÓS?/ E A VIDA, NÃO DARÁS?/ SALVAÇÃO E ALEGRIA,/ OUTRA VEZ NÃO BUSCARÁS?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ubtítulo 2">
            <a:extLst>
              <a:ext uri="{FF2B5EF4-FFF2-40B4-BE49-F238E27FC236}">
                <a16:creationId xmlns:a16="http://schemas.microsoft.com/office/drawing/2014/main" id="{6EFCF595-E5E2-93C1-C85E-1110F8DB8FE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087120"/>
            <a:ext cx="10972800" cy="572164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1.</a:t>
            </a:r>
            <a:r>
              <a:rPr lang="pt-BR" altLang="pt-BR" sz="4800" b="1"/>
              <a:t> </a:t>
            </a:r>
            <a:r>
              <a:rPr lang="pt-BR" altLang="pt-BR" sz="4800"/>
              <a:t>SENHOR E FILHO DE DEUS,/ COMPANHEIRO, IRMÃO E AMIGO./:</a:t>
            </a:r>
            <a:r>
              <a:rPr lang="pt-BR" altLang="pt-BR" sz="4800" b="1"/>
              <a:t> TENDE PIEDADE DE NÓS.</a:t>
            </a:r>
            <a:r>
              <a:rPr lang="pt-BR" altLang="pt-BR" sz="4800"/>
              <a:t> 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2. Ó CRISTO, FILHO DO HOMEM./ CONHECEIS A NOSSA FRAQUEZA./: </a:t>
            </a:r>
            <a:r>
              <a:rPr lang="pt-BR" altLang="pt-BR" sz="4800" b="1"/>
              <a:t>TENDE PIEDADE DE NÓS. </a:t>
            </a:r>
            <a:r>
              <a:rPr lang="pt-BR" altLang="pt-BR" sz="4800"/>
              <a:t>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3. SENHOR E FILHO DO PAI./ ACOLHEI-NOS NA VOSSA CASA./: </a:t>
            </a:r>
            <a:r>
              <a:rPr lang="pt-BR" altLang="pt-BR" sz="4800" b="1"/>
              <a:t>TENDE PIEDADE DE NÓS.</a:t>
            </a:r>
            <a:r>
              <a:rPr lang="pt-BR" altLang="pt-BR" sz="4800"/>
              <a:t> :/</a:t>
            </a:r>
          </a:p>
        </p:txBody>
      </p:sp>
      <p:sp>
        <p:nvSpPr>
          <p:cNvPr id="30723" name="Título 1">
            <a:extLst>
              <a:ext uri="{FF2B5EF4-FFF2-40B4-BE49-F238E27FC236}">
                <a16:creationId xmlns:a16="http://schemas.microsoft.com/office/drawing/2014/main" id="{FA5A8455-8086-CD14-0970-F06C20B41509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6172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  <a:defRPr/>
            </a:pPr>
            <a:r>
              <a:rPr lang="pt-BR" altLang="pt-BR" dirty="0" sz="1200">
                <a:solidFill>
                  <a:srgbClr val="9900CC"/>
                </a:solidFill>
                <a:latin typeface="+mj-lt"/>
                <a:ea typeface="+mj-ea"/>
                <a:cs typeface="+mj-cs"/>
              </a:rPr>
              <a:t>Senhor e Filho de Deus</a:t>
            </a:r>
            <a:br>
              <a:rPr lang="pt-BR" altLang="pt-BR" dirty="0">
                <a:solidFill>
                  <a:srgbClr val="FF0000"/>
                </a:solidFill>
              </a:rPr>
            </a:br>
            <a:r>
              <a:rPr lang="pt-BR" altLang="pt-BR" sz="2400" dirty="0">
                <a:solidFill>
                  <a:srgbClr val="000000"/>
                </a:solidFill>
              </a:rPr>
              <a:t>Pe. José Freitas Campos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B422B24F-03BC-D16C-8B11-E428456C1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1843102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4000">
                <a:solidFill>
                  <a:srgbClr val="9900CC"/>
                </a:solidFill>
              </a:rPr>
              <a:t>Salmo responsorial</a:t>
            </a:r>
            <a:r>
              <a:rPr lang="pt-BR" altLang="pt-BR" sz="4000"/>
              <a:t>: Sl 24/25</a:t>
            </a:r>
            <a:br>
              <a:rPr lang="pt-BR" altLang="pt-BR" sz="3200"/>
            </a:br>
            <a:r>
              <a:rPr lang="pt-BR" altLang="pt-BR" sz="3000"/>
              <a:t>Lecionário Ferial – Melodia: Ir. Míria Therezinha Kolling,icm</a:t>
            </a:r>
          </a:p>
        </p:txBody>
      </p:sp>
      <p:sp>
        <p:nvSpPr>
          <p:cNvPr id="31747" name="Subtítulo 2">
            <a:extLst>
              <a:ext uri="{FF2B5EF4-FFF2-40B4-BE49-F238E27FC236}">
                <a16:creationId xmlns:a16="http://schemas.microsoft.com/office/drawing/2014/main" id="{8F120163-F340-22DA-5D12-3AE584411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13002"/>
            <a:ext cx="10972800" cy="4202097"/>
          </a:xfrm>
        </p:spPr>
        <p:txBody>
          <a:bodyPr>
            <a:normAutofit lnSpcReduction="10000"/>
          </a:bodyPr>
          <a:lstStyle/>
          <a:p>
            <a:pPr eaLnBrk="1" hangingPunct="1" algn="ctr">
              <a:lnSpc>
                <a:spcPct val="90000"/>
              </a:lnSpc>
              <a:spcBef>
                <a:spcPct val="0"/>
              </a:spcBef>
            </a:pPr>
            <a:r>
              <a:rPr lang="pt-BR" altLang="pt-BR" sz="6000" b="1"/>
              <a:t>LEVANTAI VOSSA CABEÇA E OLHAI,/ POIS A VOSSA REDENÇÃO SE APROXIMA!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>
            <a:extLst>
              <a:ext uri="{FF2B5EF4-FFF2-40B4-BE49-F238E27FC236}">
                <a16:creationId xmlns:a16="http://schemas.microsoft.com/office/drawing/2014/main" id="{566A90D7-97D2-6E99-3143-72920C4EB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617220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  <a:defRPr/>
            </a:pPr>
            <a:r>
              <a:rPr lang="pt-BR" sz="3200" dirty="0">
                <a:solidFill>
                  <a:srgbClr val="7030A0"/>
                </a:solidFill>
                <a:ea typeface="+mn-ea"/>
                <a:cs typeface="+mn-cs"/>
              </a:rPr>
              <a:t>Aleluia!</a:t>
            </a:r>
            <a:br>
              <a:rPr lang="pt-BR" sz="3200" dirty="0"/>
            </a:br>
            <a:r>
              <a:rPr lang="pt-BR" sz="2400" dirty="0"/>
              <a:t>Ir. </a:t>
            </a:r>
            <a:r>
              <a:rPr lang="pt-BR" sz="2400" dirty="0" err="1"/>
              <a:t>Lindberg</a:t>
            </a:r>
            <a:r>
              <a:rPr lang="pt-BR" sz="2400" dirty="0"/>
              <a:t> </a:t>
            </a:r>
            <a:r>
              <a:rPr lang="pt-BR" sz="2400" dirty="0" err="1"/>
              <a:t>Pires,sj</a:t>
            </a:r>
            <a:endParaRPr lang="pt-BR" sz="2400" dirty="0"/>
          </a:p>
        </p:txBody>
      </p:sp>
      <p:sp>
        <p:nvSpPr>
          <p:cNvPr id="32771" name="Subtítulo 2">
            <a:extLst>
              <a:ext uri="{FF2B5EF4-FFF2-40B4-BE49-F238E27FC236}">
                <a16:creationId xmlns:a16="http://schemas.microsoft.com/office/drawing/2014/main" id="{37B1A5A3-A641-4A3F-D7C0-D66FB2DB5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087120"/>
            <a:ext cx="10972800" cy="5551666"/>
          </a:xfrm>
        </p:spPr>
        <p:txBody>
          <a:bodyPr/>
          <a:lstStyle/>
          <a:p>
            <a:pPr eaLnBrk="1" hangingPunct="1" algn="ctr">
              <a:lnSpc>
                <a:spcPct val="85000"/>
              </a:lnSpc>
              <a:spcBef>
                <a:spcPct val="0"/>
              </a:spcBef>
            </a:pPr>
            <a:r>
              <a:rPr lang="pt-BR" altLang="pt-BR" sz="5400"/>
              <a:t>/: </a:t>
            </a:r>
            <a:r>
              <a:rPr lang="pt-BR" altLang="pt-BR" sz="5400" b="1"/>
              <a:t>ALELUIA, ALELUIA!/ ALELUIA, ALELUIA!</a:t>
            </a:r>
            <a:r>
              <a:rPr lang="pt-BR" altLang="pt-BR" sz="5400"/>
              <a:t> :/</a:t>
            </a:r>
          </a:p>
          <a:p>
            <a:pPr eaLnBrk="1" hangingPunct="1" algn="ctr">
              <a:lnSpc>
                <a:spcPct val="85000"/>
              </a:lnSpc>
            </a:pPr>
            <a:r>
              <a:rPr lang="pt-BR" altLang="pt-BR" sz="4800"/>
              <a:t>Ó REI E SENHOR DAS NAÇÕES E PEDRA ANGULAR DA IGREJA,/ VINDE SALVAR A MULHER E O HOMEM, QUE UM DIA, FORMASTES DO BARRO!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761D1E91-A58D-C246-EC81-69030C81B37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1421618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pt-BR" altLang="pt-BR" sz="5000" dirty="0">
                <a:solidFill>
                  <a:srgbClr val="7030A0"/>
                </a:solidFill>
                <a:ea typeface="+mn-ea"/>
                <a:cs typeface="+mn-cs"/>
              </a:rPr>
              <a:t>Oração da comunidade</a:t>
            </a:r>
          </a:p>
        </p:txBody>
      </p:sp>
      <p:sp>
        <p:nvSpPr>
          <p:cNvPr id="33795" name="Subtítulo 2">
            <a:extLst>
              <a:ext uri="{FF2B5EF4-FFF2-40B4-BE49-F238E27FC236}">
                <a16:creationId xmlns:a16="http://schemas.microsoft.com/office/drawing/2014/main" id="{C5251461-3BD7-BB37-1566-65716B525B49}"/>
              </a:ext>
            </a:extLst>
          </p:cNvPr>
          <p:cNvSpPr txBox="1">
            <a:spLocks/>
          </p:cNvSpPr>
          <p:nvPr/>
        </p:nvSpPr>
        <p:spPr bwMode="auto">
          <a:xfrm>
            <a:off x="609600" y="1891518"/>
            <a:ext cx="10972800" cy="4623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8500" b="1">
                <a:solidFill>
                  <a:srgbClr val="000000"/>
                </a:solidFill>
              </a:rPr>
              <a:t>MOSTRAI-NOS, Ó SENHOR, VOSSOS CAMINHOS.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96CDD327-3F23-EC8A-22BE-01E656437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679637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4819" name="Subtítulo 2">
            <a:extLst>
              <a:ext uri="{FF2B5EF4-FFF2-40B4-BE49-F238E27FC236}">
                <a16:creationId xmlns:a16="http://schemas.microsoft.com/office/drawing/2014/main" id="{AB0E1306-7E91-3B0C-083D-1AFA8FF4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149537"/>
            <a:ext cx="10972800" cy="5365562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1. “DO CÉU VAI DESCER O CORDEIRO.”/ É DOM, PURO DOM, SALVAÇÃO!/ NO ALTAR DO PENHOR VERDADEIRO,/ TAMBÉM, VAMOS SER OBLAÇÃO!</a:t>
            </a:r>
          </a:p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D65FDEB8-4016-D7FF-B866-6B236ABFA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716239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5843" name="Subtítulo 2">
            <a:extLst>
              <a:ext uri="{FF2B5EF4-FFF2-40B4-BE49-F238E27FC236}">
                <a16:creationId xmlns:a16="http://schemas.microsoft.com/office/drawing/2014/main" id="{135A2E28-CB7E-E85A-C2E8-B47045071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186139"/>
            <a:ext cx="10972800" cy="532896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2. NA TERRA JÁ BROTA A ESPERANÇA/ E A GRAÇA DE DEUS VEM DIZER/ QUE O POVO DA NOVA ALIANÇA,/ TAMBÉM, OFERENDA VAI SER.</a:t>
            </a:r>
          </a:p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13DB32CA-980C-128B-A083-F38E1C961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"/>
            <a:ext cx="10972800" cy="716239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6867" name="Subtítulo 2">
            <a:extLst>
              <a:ext uri="{FF2B5EF4-FFF2-40B4-BE49-F238E27FC236}">
                <a16:creationId xmlns:a16="http://schemas.microsoft.com/office/drawing/2014/main" id="{62EA5691-7EA0-D50E-4C5C-1F49FF9AF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186139"/>
            <a:ext cx="10972800" cy="532896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3. IRMÃOS NA FÉ VIVA, EXULTANTES/ PARTILHAM O PÃO SEMPRE MAIS./ E CAMPOS JAMAIS VERDEJANTES,/ TAMBÉM, JÁ SE TORNAM TRIGAIS!</a:t>
            </a:r>
          </a:p>
          <a:p>
            <a:pPr algn="ctr"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0A084717-27B2-A8B9-15A9-F7326E8570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1324805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/>
              <a:t>Conclusão à Preparação das Oferendas</a:t>
            </a:r>
            <a:br>
              <a:rPr lang="pt-BR" altLang="pt-BR" sz="3200"/>
            </a:br>
            <a:r>
              <a:rPr lang="pt-BR" altLang="pt-BR" sz="2400"/>
              <a:t>Cânon Romano – 3ª Edição Típica do Missal Romano</a:t>
            </a:r>
            <a:endParaRPr lang="pt-BR" altLang="pt-BR" sz="2400" b="1"/>
          </a:p>
        </p:txBody>
      </p:sp>
      <p:sp>
        <p:nvSpPr>
          <p:cNvPr id="37891" name="Subtítulo 2">
            <a:extLst>
              <a:ext uri="{FF2B5EF4-FFF2-40B4-BE49-F238E27FC236}">
                <a16:creationId xmlns:a16="http://schemas.microsoft.com/office/drawing/2014/main" id="{A522748A-BF11-89BB-AD9F-176963A68B8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794705"/>
            <a:ext cx="10972800" cy="472039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RECEBA O SENHOR POR TUAS MÃOS ESTE SACRIFÍCIO, PARA GLÓRIA DO SEU NOME, PARA NOSSO BEM E DE TODA A </a:t>
            </a:r>
            <a:r>
              <a:rPr lang="pt-BR" altLang="pt-BR" sz="4800" b="1">
                <a:solidFill>
                  <a:srgbClr val="FF0000"/>
                </a:solidFill>
              </a:rPr>
              <a:t>SUA</a:t>
            </a:r>
            <a:r>
              <a:rPr lang="pt-BR" altLang="pt-BR" sz="4800" b="1"/>
              <a:t> SANTA IGREJA.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>
            <a:extLst>
              <a:ext uri="{FF2B5EF4-FFF2-40B4-BE49-F238E27FC236}">
                <a16:creationId xmlns:a16="http://schemas.microsoft.com/office/drawing/2014/main" id="{3E379041-7680-CDED-EDAC-CF576A74968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342900"/>
            <a:ext cx="10972800" cy="706278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  <a:latin typeface="Calibri" panose="020F0502020204030204" pitchFamily="34" charset="0"/>
              </a:rPr>
              <a:t>Santo, Santo, Santo! Senhor Deus do Universo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2400">
                <a:latin typeface="Calibri" panose="020F0502020204030204" pitchFamily="34" charset="0"/>
              </a:rPr>
              <a:t>D. Pedro Brito Guimarães</a:t>
            </a:r>
          </a:p>
        </p:txBody>
      </p:sp>
      <p:sp>
        <p:nvSpPr>
          <p:cNvPr id="38915" name="Subtítulo 2">
            <a:extLst>
              <a:ext uri="{FF2B5EF4-FFF2-40B4-BE49-F238E27FC236}">
                <a16:creationId xmlns:a16="http://schemas.microsoft.com/office/drawing/2014/main" id="{52465F58-293A-DE51-06BC-81AA453C90D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1176178"/>
            <a:ext cx="10972800" cy="5338921"/>
          </a:xfrm>
        </p:spPr>
        <p:txBody>
          <a:bodyPr/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1. SANTO, SANTO, SANTO!/ SENHOR DEUS DO UNIVERSO!/ O CÉU E A TERRA PROCLAMAM/ A VOSSA GLÓRIA.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5400">
                <a:latin typeface="Calibri" panose="020F0502020204030204" pitchFamily="34" charset="0"/>
              </a:rPr>
              <a:t>/: </a:t>
            </a:r>
            <a:r>
              <a:rPr lang="pt-BR" altLang="pt-BR" sz="5400" b="1">
                <a:latin typeface="Calibri" panose="020F0502020204030204" pitchFamily="34" charset="0"/>
              </a:rPr>
              <a:t>HOSANA NAS ALTURAS,/ HOSANA!</a:t>
            </a:r>
            <a:r>
              <a:rPr lang="pt-BR" altLang="pt-BR" sz="5400">
                <a:latin typeface="Calibri" panose="020F0502020204030204" pitchFamily="34" charset="0"/>
              </a:rPr>
              <a:t> :/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2. /: BENDITO AQUELE QUE VEM,/ EM NOME DO SENHOR! :/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>
            <a:extLst>
              <a:ext uri="{FF2B5EF4-FFF2-40B4-BE49-F238E27FC236}">
                <a16:creationId xmlns:a16="http://schemas.microsoft.com/office/drawing/2014/main" id="{84A5CF63-721F-3EAE-A19A-D8E59C65067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342900"/>
            <a:ext cx="10972800" cy="3328531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4700"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3600">
                <a:latin typeface="Calibri" panose="020F0502020204030204" pitchFamily="34" charset="0"/>
              </a:rPr>
              <a:t>Cânon Romano – 3ª Edição Típica do Missal Romano</a:t>
            </a:r>
            <a:endParaRPr lang="pt-BR" altLang="pt-BR" sz="2400" b="1">
              <a:latin typeface="Calibri" panose="020F0502020204030204" pitchFamily="34" charset="0"/>
            </a:endParaRPr>
          </a:p>
        </p:txBody>
      </p:sp>
      <p:sp>
        <p:nvSpPr>
          <p:cNvPr id="39939" name="Subtítulo 2">
            <a:extLst>
              <a:ext uri="{FF2B5EF4-FFF2-40B4-BE49-F238E27FC236}">
                <a16:creationId xmlns:a16="http://schemas.microsoft.com/office/drawing/2014/main" id="{08508D43-BCF7-15FD-1EA4-14ACF8760D1E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3798431"/>
            <a:ext cx="10972800" cy="2716668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8000" b="1">
                <a:latin typeface="Calibri" panose="020F0502020204030204" pitchFamily="34" charset="0"/>
              </a:rPr>
              <a:t>ENVIAI O VOSSO ESPÍRITO SANTO!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ubtítulo 2">
            <a:extLst>
              <a:ext uri="{FF2B5EF4-FFF2-40B4-BE49-F238E27FC236}">
                <a16:creationId xmlns:a16="http://schemas.microsoft.com/office/drawing/2014/main" id="{EEA03379-3E3F-CDD8-5249-7716048CB1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371567"/>
            <a:ext cx="10972800" cy="5143532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ANUNCIAMOS, SENHOR, A VOSSA MORTE E PROCLAMAMOS A VOSSA RESSURREIÇÃO. VINDE, SENHOR JESUS!</a:t>
            </a:r>
          </a:p>
        </p:txBody>
      </p:sp>
      <p:sp>
        <p:nvSpPr>
          <p:cNvPr id="40963" name="Título 1">
            <a:extLst>
              <a:ext uri="{FF2B5EF4-FFF2-40B4-BE49-F238E27FC236}">
                <a16:creationId xmlns:a16="http://schemas.microsoft.com/office/drawing/2014/main" id="{F8477D76-C873-570E-B155-12CC92CB769E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90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000000"/>
                </a:solidFill>
              </a:rPr>
              <a:t>Anamnese (Memorial) – Mistério da fé!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ubtítulo 2">
            <a:extLst>
              <a:ext uri="{FF2B5EF4-FFF2-40B4-BE49-F238E27FC236}">
                <a16:creationId xmlns:a16="http://schemas.microsoft.com/office/drawing/2014/main" id="{382C3A79-4BEB-0E81-F8CD-30BDB6840E2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79685"/>
            <a:ext cx="10972800" cy="523541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5400" b="1"/>
              <a:t>TODAS AS VEZES QUE COMEMOS DESTE PÃO/ E BEBEMOS DESTE CÁLICE,/ ANUNCIAMOS, SENHOR, A VOSSA MORTE,/ ENQUANTO ESPERAMOS A VOSSA VINDA.</a:t>
            </a:r>
          </a:p>
        </p:txBody>
      </p:sp>
      <p:sp>
        <p:nvSpPr>
          <p:cNvPr id="41987" name="Título 1">
            <a:extLst>
              <a:ext uri="{FF2B5EF4-FFF2-40B4-BE49-F238E27FC236}">
                <a16:creationId xmlns:a16="http://schemas.microsoft.com/office/drawing/2014/main" id="{7A62706A-C002-B361-8A34-62F2E205432C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80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000000"/>
                </a:solidFill>
              </a:rPr>
              <a:t>Anamnese (Memorial) – Mistério da fé e do amor!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ubtítulo 2">
            <a:extLst>
              <a:ext uri="{FF2B5EF4-FFF2-40B4-BE49-F238E27FC236}">
                <a16:creationId xmlns:a16="http://schemas.microsoft.com/office/drawing/2014/main" id="{66366F28-9198-550C-C22B-50116F2DD92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553441"/>
            <a:ext cx="10972800" cy="4961658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SALVADOR DO MUNDO, SALVAI-NOS, VÓS QUE NOS LIBERTASTES PELA CRUZ E RESSURREIÇÃO.</a:t>
            </a:r>
          </a:p>
        </p:txBody>
      </p:sp>
      <p:sp>
        <p:nvSpPr>
          <p:cNvPr id="43011" name="Título 1">
            <a:extLst>
              <a:ext uri="{FF2B5EF4-FFF2-40B4-BE49-F238E27FC236}">
                <a16:creationId xmlns:a16="http://schemas.microsoft.com/office/drawing/2014/main" id="{641537F5-F4BE-B71C-28F2-56404451F336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108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00"/>
                </a:solidFill>
              </a:rPr>
              <a:t>Anamnese (Memorial) – Mistério da fé para a salvação do mundo!</a:t>
            </a:r>
            <a:br>
              <a:rPr lang="pt-BR" altLang="pt-BR" sz="2400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ubtítulo 2">
            <a:extLst>
              <a:ext uri="{FF2B5EF4-FFF2-40B4-BE49-F238E27FC236}">
                <a16:creationId xmlns:a16="http://schemas.microsoft.com/office/drawing/2014/main" id="{C54C7129-FDC2-BAEE-6908-B0EAA679F76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3627955"/>
            <a:ext cx="10972800" cy="2887144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8100" b="1">
                <a:latin typeface="Calibri" panose="020F0502020204030204" pitchFamily="34" charset="0"/>
              </a:rPr>
              <a:t>ACEITAI, Ó SENHOR, A NOSSA OFERTA!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A534267-CF3E-2D97-2F5F-CF784A6ED8A4}"/>
              </a:ext>
            </a:extLst>
          </p:cNvPr>
          <p:cNvSpPr txBox="1">
            <a:spLocks/>
          </p:cNvSpPr>
          <p:nvPr/>
        </p:nvSpPr>
        <p:spPr bwMode="auto">
          <a:xfrm>
            <a:off x="609600" y="342900"/>
            <a:ext cx="10972800" cy="315805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r>
              <a:rPr lang="pt-BR" sz="48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36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ubtítulo 2">
            <a:extLst>
              <a:ext uri="{FF2B5EF4-FFF2-40B4-BE49-F238E27FC236}">
                <a16:creationId xmlns:a16="http://schemas.microsoft.com/office/drawing/2014/main" id="{631B7274-C881-1A06-6FCF-77185E183E6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2855240"/>
            <a:ext cx="10972800" cy="3659859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7400" b="1">
                <a:latin typeface="Calibri" panose="020F0502020204030204" pitchFamily="34" charset="0"/>
              </a:rPr>
              <a:t>O ESPÍRITO NOS UNA NUM SÓ CORPO!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F822BFB-B5B0-9163-280B-166F492A0183}"/>
              </a:ext>
            </a:extLst>
          </p:cNvPr>
          <p:cNvSpPr txBox="1">
            <a:spLocks/>
          </p:cNvSpPr>
          <p:nvPr/>
        </p:nvSpPr>
        <p:spPr bwMode="auto">
          <a:xfrm>
            <a:off x="609600" y="342900"/>
            <a:ext cx="10972800" cy="23853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r>
              <a:rPr lang="pt-BR" sz="44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33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ítulo 2">
            <a:extLst>
              <a:ext uri="{FF2B5EF4-FFF2-40B4-BE49-F238E27FC236}">
                <a16:creationId xmlns:a16="http://schemas.microsoft.com/office/drawing/2014/main" id="{EECC0EA4-5379-ECA6-EBDC-40732065033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2766400"/>
            <a:ext cx="10972800" cy="3748699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7300" b="1">
                <a:latin typeface="Calibri" panose="020F0502020204030204" pitchFamily="34" charset="0"/>
              </a:rPr>
              <a:t>LEMBRAI-VOS, Ó PAI, DA VOSSA IGREJA!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276D7D-363B-5D37-E79C-B76344ACD50A}"/>
              </a:ext>
            </a:extLst>
          </p:cNvPr>
          <p:cNvSpPr txBox="1">
            <a:spLocks/>
          </p:cNvSpPr>
          <p:nvPr/>
        </p:nvSpPr>
        <p:spPr bwMode="auto">
          <a:xfrm>
            <a:off x="609600" y="342900"/>
            <a:ext cx="10972800" cy="2296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r>
              <a:rPr lang="pt-BR" sz="43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ubtítulo 2">
            <a:extLst>
              <a:ext uri="{FF2B5EF4-FFF2-40B4-BE49-F238E27FC236}">
                <a16:creationId xmlns:a16="http://schemas.microsoft.com/office/drawing/2014/main" id="{B0474E01-E80A-E11B-9120-E047355BC97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2766400"/>
            <a:ext cx="10972800" cy="3748699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7300" b="1">
                <a:latin typeface="Calibri" panose="020F0502020204030204" pitchFamily="34" charset="0"/>
              </a:rPr>
              <a:t>CONCEDEI-LHES, Ó SENHOR, A LUZ ETERNA!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0835302-34EB-2B63-097A-F4C3927D7512}"/>
              </a:ext>
            </a:extLst>
          </p:cNvPr>
          <p:cNvSpPr txBox="1">
            <a:spLocks/>
          </p:cNvSpPr>
          <p:nvPr/>
        </p:nvSpPr>
        <p:spPr bwMode="auto">
          <a:xfrm>
            <a:off x="609600" y="342900"/>
            <a:ext cx="10972800" cy="2296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r>
              <a:rPr lang="pt-BR" sz="43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>
            <a:extLst>
              <a:ext uri="{FF2B5EF4-FFF2-40B4-BE49-F238E27FC236}">
                <a16:creationId xmlns:a16="http://schemas.microsoft.com/office/drawing/2014/main" id="{8A79AA5D-C868-CC0A-3F22-0B83DFCAC65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788338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8131" name="Subtítulo 2">
            <a:extLst>
              <a:ext uri="{FF2B5EF4-FFF2-40B4-BE49-F238E27FC236}">
                <a16:creationId xmlns:a16="http://schemas.microsoft.com/office/drawing/2014/main" id="{5A1CC119-ACCC-1662-6558-262567EC576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58238"/>
            <a:ext cx="10972800" cy="5256861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1. FORÇA E SALVAÇÃO SUSCITA EM NÓS * DA CASA DE DAVI, SEU SERVIDOR,/ CONFORME ANUNCIARA EM TEMPOS IDOS, * PELA BOCA DOS SANTOS, SEUS PROFETAS!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>
            <a:extLst>
              <a:ext uri="{FF2B5EF4-FFF2-40B4-BE49-F238E27FC236}">
                <a16:creationId xmlns:a16="http://schemas.microsoft.com/office/drawing/2014/main" id="{174C3BAB-5665-E95B-168D-0F8C6028A18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878798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9155" name="Subtítulo 2">
            <a:extLst>
              <a:ext uri="{FF2B5EF4-FFF2-40B4-BE49-F238E27FC236}">
                <a16:creationId xmlns:a16="http://schemas.microsoft.com/office/drawing/2014/main" id="{2C98D36D-08CF-4E30-E80C-74FF8DB608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348698"/>
            <a:ext cx="10972800" cy="5166401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2. A SUA SALVAÇÃO NOS ARREBATA * ARRANCA-NOS DAS MÃOS DOS INIMIGOS./ PELO AMOR QUE JUROU A NOSSOS PAIS, * PELA SANTA ALIANÇA QUE ELE FEZ!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>
            <a:extLst>
              <a:ext uri="{FF2B5EF4-FFF2-40B4-BE49-F238E27FC236}">
                <a16:creationId xmlns:a16="http://schemas.microsoft.com/office/drawing/2014/main" id="{34A6D196-6AFF-AF60-02BA-F39D86F98B2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819385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0179" name="Subtítulo 2">
            <a:extLst>
              <a:ext uri="{FF2B5EF4-FFF2-40B4-BE49-F238E27FC236}">
                <a16:creationId xmlns:a16="http://schemas.microsoft.com/office/drawing/2014/main" id="{2FEA5EF1-7F4E-1E80-9CCC-127AD813D0B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89285"/>
            <a:ext cx="10972800" cy="522581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3. A NOSSO PAI ABRAÃO JUROU LIVRAR-NOS * DO MEDO E DO TEMOR DOS INIMIGOS,/ A FIM DE QUE O SIRVAMOS PARA SEMPRE, * DIANTE DELE, EM JUSTIÇA E SANTIDADE!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>
            <a:extLst>
              <a:ext uri="{FF2B5EF4-FFF2-40B4-BE49-F238E27FC236}">
                <a16:creationId xmlns:a16="http://schemas.microsoft.com/office/drawing/2014/main" id="{1F51C83A-57B6-1E21-BCC5-A2996137DD5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794610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1203" name="Subtítulo 2">
            <a:extLst>
              <a:ext uri="{FF2B5EF4-FFF2-40B4-BE49-F238E27FC236}">
                <a16:creationId xmlns:a16="http://schemas.microsoft.com/office/drawing/2014/main" id="{746B9E11-4361-345B-8968-F32866F1F91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64510"/>
            <a:ext cx="10972800" cy="5250589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4. E TU, MENINO, TU SERÁS CHAMADO * COM O NOME DE PROFETA DO ALTÍSSIMO:/ TU IRÁS ANTE A FACE DO SENHOR, * À SUA FRENTE, PREPARANDO-LHE OS CAMINHOS!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>
            <a:extLst>
              <a:ext uri="{FF2B5EF4-FFF2-40B4-BE49-F238E27FC236}">
                <a16:creationId xmlns:a16="http://schemas.microsoft.com/office/drawing/2014/main" id="{310640F6-6EB2-0E16-E326-50CE937F003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789584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2227" name="Subtítulo 2">
            <a:extLst>
              <a:ext uri="{FF2B5EF4-FFF2-40B4-BE49-F238E27FC236}">
                <a16:creationId xmlns:a16="http://schemas.microsoft.com/office/drawing/2014/main" id="{0FCAAC33-96D0-2455-18E9-F8C90374E48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59484"/>
            <a:ext cx="10972800" cy="5255615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5. ANUNCIANDO A SEU POVO A SALVAÇÃO, * A SEU POVO O PERDÃO DOS PECADOS,/ GRAÇAS À COMPAIXÃO DO NOSSO DEUS, * O NOSSO DEUS QUE VEM NOS VISITAR!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>
            <a:extLst>
              <a:ext uri="{FF2B5EF4-FFF2-40B4-BE49-F238E27FC236}">
                <a16:creationId xmlns:a16="http://schemas.microsoft.com/office/drawing/2014/main" id="{FDE3374D-37B5-38F1-15BE-E6B0DB7F6E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820732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3251" name="Subtítulo 2">
            <a:extLst>
              <a:ext uri="{FF2B5EF4-FFF2-40B4-BE49-F238E27FC236}">
                <a16:creationId xmlns:a16="http://schemas.microsoft.com/office/drawing/2014/main" id="{D4B12D77-7DE5-FBAD-6F43-DEC5D44988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290632"/>
            <a:ext cx="10972800" cy="522446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6. ELE É A LUZ QUE VEM DO ALTO, O SOL NASCENTE * POR SOBRE OS QUE JAZEM NAS TREVAS,/ E GUIA OS NOSSOS PASSOS PARA SEMPRE, * PARA SEMPRE NO CAMINHO DA PAZ!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>
            <a:extLst>
              <a:ext uri="{FF2B5EF4-FFF2-40B4-BE49-F238E27FC236}">
                <a16:creationId xmlns:a16="http://schemas.microsoft.com/office/drawing/2014/main" id="{CBD6FFB5-57E3-F7C7-7CD0-3D7AE09AC2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834726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4275" name="Subtítulo 2">
            <a:extLst>
              <a:ext uri="{FF2B5EF4-FFF2-40B4-BE49-F238E27FC236}">
                <a16:creationId xmlns:a16="http://schemas.microsoft.com/office/drawing/2014/main" id="{F8058801-8C6D-9106-45D1-61BB6E28E33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304626"/>
            <a:ext cx="10972800" cy="5210473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7. GLÓRIA AO PAI, AO FILHO E AO SANTO ESPÍRITO, * LOUVOR DESDE AGORA E PARA SEMPRE,/ AO DEUS QUE É, QUE ERA E QUE VEM, * AGORA E PELOS SÉCULOS, AMÉM!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A1980E8D-7B4B-CAF4-4D40-43BAA9FE9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 algn="ctr">
              <a:defRPr/>
            </a:pPr>
            <a:r>
              <a:rPr lang="pt-BR" sz="2800" b="1" dirty="0">
                <a:solidFill>
                  <a:srgbClr val="111111"/>
                </a:solidFill>
              </a:rPr>
              <a:t>Oração a Santo Antônio</a:t>
            </a:r>
          </a:p>
          <a:p>
            <a:pPr algn="ctr" eaLnBrk="1" hangingPunct="1">
              <a:defRPr/>
            </a:pPr>
            <a:endParaRPr lang="pt-BR" sz="500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r>
              <a:rPr lang="pt-BR" sz="4700" b="1" dirty="0">
                <a:solidFill>
                  <a:srgbClr val="111111"/>
                </a:solidFill>
              </a:rPr>
              <a:t>Santo Antônio, vós sois um dos grandes amigos de Deus.  O mundo inteiro vos venera como o Santo da aliança e da intimidade com Deus.  Fostes um grande pregador e missionário de Cristo.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958D3ED2-3354-1EA2-DF4F-EA6E339A4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r>
              <a:rPr lang="pt-BR" sz="6200" b="1" dirty="0">
                <a:solidFill>
                  <a:prstClr val="black"/>
                </a:solidFill>
              </a:rPr>
              <a:t>Ajudai-me a viver de acordo com o vosso modelo e a levar aos meus irmãos e irmãs a mensagem da aliança, do Evangelho e do amor de Jesus Cristo.</a:t>
            </a:r>
            <a:endParaRPr lang="pt-BR" sz="4286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>
            <a:extLst>
              <a:ext uri="{FF2B5EF4-FFF2-40B4-BE49-F238E27FC236}">
                <a16:creationId xmlns:a16="http://schemas.microsoft.com/office/drawing/2014/main" id="{920CC8C3-4920-FFE5-1A99-F3221BEBE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200" b="1" dirty="0">
                <a:solidFill>
                  <a:prstClr val="black"/>
                </a:solidFill>
              </a:rPr>
              <a:t>Defendei-me de todos os perigos.  Fortalecei a mim e ao meu lar, em todas as tribulações. Protegei os meus empreendimentos.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65207515-B6F1-EFE4-9EB6-2906A936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5100" b="1">
                <a:solidFill>
                  <a:prstClr val="black"/>
                </a:solidFill>
              </a:rPr>
              <a:t>Intercedei para que eu tenha saúde, prosperidade, harmonia, alegria e paz.  Inspirai-me na prática do bem e ajudai-me a alcançar a vida eterna.</a:t>
            </a:r>
          </a:p>
          <a:p>
            <a:pPr algn="ctr" eaLnBrk="1" hangingPunct="1">
              <a:defRPr/>
            </a:pPr>
            <a:endParaRPr lang="pt-BR" sz="4286" b="1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r>
              <a:rPr lang="pt-BR" sz="5100" b="1">
                <a:solidFill>
                  <a:prstClr val="black"/>
                </a:solidFill>
              </a:rPr>
              <a:t>Amém.</a:t>
            </a:r>
            <a:r>
              <a:rPr lang="pt-BR" sz="4286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954C5DB9-D96A-DC8A-165C-C12FF0A4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sz="4286" b="1" i="1" dirty="0">
              <a:solidFill>
                <a:srgbClr val="FFFF00"/>
              </a:solidFill>
            </a:endParaRPr>
          </a:p>
          <a:p>
            <a:pPr algn="ctr" eaLnBrk="1" hangingPunct="1">
              <a:defRPr/>
            </a:pPr>
            <a:r>
              <a:rPr lang="pt-BR" sz="5800" b="1" i="1" dirty="0">
                <a:solidFill>
                  <a:prstClr val="black"/>
                </a:solidFill>
              </a:rPr>
              <a:t>Responsório de Santo Antônio</a:t>
            </a: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r>
              <a:rPr lang="pt-BR" sz="5800" b="1" dirty="0">
                <a:solidFill>
                  <a:prstClr val="black"/>
                </a:solidFill>
              </a:rPr>
              <a:t>1- Se milagres tu procuras. / Vai, recorre a Santo Antônio: / Verás fugir as maldades / e as tentações do demônio.</a:t>
            </a:r>
            <a:endParaRPr lang="pt-BR" sz="4286" b="1" i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F4A6524C-3C68-357D-5563-09066BB9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400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28BE3430-6C31-3EA6-348B-463D7B6B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6400" b="1">
                <a:solidFill>
                  <a:prstClr val="black"/>
                </a:solidFill>
              </a:rPr>
              <a:t>2- Em graças são transformados, / todos os males humanos. / Provam-no todos os homens, / sobretudo os paduanos.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AB4CA302-2C8B-FF83-6BDE-4D202AC34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400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AADB5AF9-489B-A9D5-C3D5-C575C741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500" b="1">
                <a:solidFill>
                  <a:prstClr val="black"/>
                </a:solidFill>
              </a:rPr>
              <a:t>3- Foge a peste, o erro, a morte / de Antônio a invocação. / O fraco torna-se forte / e o enfermo se torna são.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6B934830-3350-C40C-4B04-AA9E03EF0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400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10828F3D-BE1C-24A4-D187-E289363C8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200" b="1" i="1">
                <a:solidFill>
                  <a:prstClr val="black"/>
                </a:solidFill>
              </a:rPr>
              <a:t>4- </a:t>
            </a:r>
            <a:r>
              <a:rPr lang="pt-BR" sz="7200" b="1">
                <a:solidFill>
                  <a:prstClr val="black"/>
                </a:solidFill>
              </a:rPr>
              <a:t>Glória ao Pai e a Jesus Cristo, / e ao Espírito também, / com quem vive Santo Antônio, / pelos séculos. Amém.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18807067-CBB1-6020-17BD-26BBB5C2B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7400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4950CA20-8F2A-7082-B71F-D4CA39070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6800">
                <a:solidFill>
                  <a:prstClr val="black"/>
                </a:solidFill>
              </a:rPr>
              <a:t>C: Rogai por nós Santo Antônio.</a:t>
            </a:r>
          </a:p>
          <a:p>
            <a:pPr algn="ctr" eaLnBrk="1" hangingPunct="1">
              <a:defRPr/>
            </a:pPr>
            <a:endParaRPr lang="pt-BR" sz="2286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r>
              <a:rPr lang="pt-BR" sz="6800" b="1">
                <a:solidFill>
                  <a:prstClr val="black"/>
                </a:solidFill>
              </a:rPr>
              <a:t>T: Para que sejamos dignos das promessas de Cristo.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A9AC50CD-553F-7DC7-954B-312132AFE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2731209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00" b="1">
                <a:solidFill>
                  <a:prstClr val="black"/>
                </a:solidFill>
              </a:rPr>
              <a:t>Oremos:	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00">
                <a:solidFill>
                  <a:prstClr val="black"/>
                </a:solidFill>
              </a:rPr>
              <a:t>Nós vos suplicamos, ó Deus, que pela intercessão de Santo Antônio, vosso confessor e doutor, sejamos fortalecidos com os auxílios espirituais de que necessitamos, 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6AEAD8F1-93E9-6321-5996-F29BF01B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01109"/>
            <a:ext cx="10972800" cy="331399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pt-BR" sz="3900">
                <a:solidFill>
                  <a:prstClr val="black"/>
                </a:solidFill>
              </a:rPr>
              <a:t>para percorrermos em paz os caminhos desta vida e alcançarmos as alegrias da vida eterna. Por Nosso Senhor Jesus Cristo, Vosso Filho, na Unidade do Espírito Santo.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pt-BR" sz="2357">
              <a:solidFill>
                <a:prstClr val="black"/>
              </a:solidFill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00">
                <a:solidFill>
                  <a:prstClr val="black"/>
                </a:solidFill>
              </a:rPr>
              <a:t>Amém.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2A667A38-AD8E-CA36-1E15-4A5471B97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 algn="ctr"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Benção dos pães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A nossa proteção está no nome do Senhor.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Que fez o céu e a terra.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O Senhor esteja convosco.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Ele está no meio de nós.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BE3A1F18-8D6E-D953-3CA3-E92880348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"/>
            <a:ext cx="10972800" cy="61722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3900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Oremos:</a:t>
            </a: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00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Senhor Jesus Cristo, Pão dos Anjos, Pão vivo da vida eterna, dignai-vos abençoar † estes pães assim como abençoastes os cinco pães no deserto, para que todos os que deles comerem, recebam saúde da alma e do corpo, paz e harmonia na família e possam partilhar, com os irmãos mais necessitados, os bens recebidos de Deus. Vós que viveis e reinais por todos os séculos dos séculos.  </a:t>
            </a:r>
            <a:r>
              <a:rPr lang="pt-BR" sz="3900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Amém.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ubtítulo 2">
            <a:extLst>
              <a:ext uri="{FF2B5EF4-FFF2-40B4-BE49-F238E27FC236}">
                <a16:creationId xmlns:a16="http://schemas.microsoft.com/office/drawing/2014/main" id="{411DD2BB-C6F1-9174-5052-9D17A7073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087120"/>
            <a:ext cx="10972800" cy="5735892"/>
          </a:xfrm>
        </p:spPr>
        <p:txBody>
          <a:bodyPr>
            <a:normAutofit fontScale="92500"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1. SANTO ANTÔNIO, QUE ESTÁS JUNTO A NÓS,/ NOS AJUDA A PLANTAR MUNDO NOVO./: </a:t>
            </a:r>
            <a:r>
              <a:rPr lang="pt-BR" altLang="pt-BR" sz="4400" b="1"/>
              <a:t>ONDE A PAZ,A JUSTIÇA E A VERDADE/ SEJAM FORÇA E ESPERANÇA DO NOVO.</a:t>
            </a:r>
            <a:r>
              <a:rPr lang="pt-BR" altLang="pt-BR" sz="4400"/>
              <a:t> :/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2. SANTO ANTÔNIO, PRESENTE NA LUTA/ DE QUEM PARTE NA BUSCA DO PÃO,/: </a:t>
            </a:r>
            <a:r>
              <a:rPr lang="pt-BR" altLang="pt-BR" sz="4400" b="1"/>
              <a:t>QUE O SUOR DERRAMADO CULTIVE/ A SEMENTE DO REINO DE IRMÃOS.</a:t>
            </a:r>
            <a:r>
              <a:rPr lang="pt-BR" altLang="pt-BR" sz="4400"/>
              <a:t> :/</a:t>
            </a:r>
          </a:p>
        </p:txBody>
      </p:sp>
      <p:sp>
        <p:nvSpPr>
          <p:cNvPr id="71683" name="Título 1">
            <a:extLst>
              <a:ext uri="{FF2B5EF4-FFF2-40B4-BE49-F238E27FC236}">
                <a16:creationId xmlns:a16="http://schemas.microsoft.com/office/drawing/2014/main" id="{E3911F3A-BBF1-48C1-2012-8D6CDFC508DA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61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FFFFFF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ubtítulo 2">
            <a:extLst>
              <a:ext uri="{FF2B5EF4-FFF2-40B4-BE49-F238E27FC236}">
                <a16:creationId xmlns:a16="http://schemas.microsoft.com/office/drawing/2014/main" id="{86977ACC-A3D9-9CEF-30F5-DF5F70388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087120"/>
            <a:ext cx="10972800" cy="5731833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3. SANTO ANTÔNIO, DO POVO SOFRIDO,/ VEM MOSTRAR NOVO TEMPO FLORIR./: </a:t>
            </a:r>
            <a:r>
              <a:rPr lang="pt-BR" altLang="pt-BR" sz="4400" b="1"/>
              <a:t>ONDE TUDO SERÁ PARTILHADO,/ NOVA ERA DE UM POVO A SORRIR.</a:t>
            </a:r>
            <a:r>
              <a:rPr lang="pt-BR" altLang="pt-BR" sz="4400"/>
              <a:t> :/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4. SANTO ANTÔNIO, TEU ROSTO DE POBRE,/ BRILHA A PAZ DO MENINO JESUS,/: </a:t>
            </a:r>
            <a:r>
              <a:rPr lang="pt-BR" altLang="pt-BR" sz="4400" b="1"/>
              <a:t>DEUS-CRIANÇA, ESPERANÇA DO POVO,/ NOSSA FORÇA, DO CÉU NOSSA LUZ!</a:t>
            </a:r>
            <a:r>
              <a:rPr lang="pt-BR" altLang="pt-BR" sz="4400"/>
              <a:t> :/</a:t>
            </a:r>
          </a:p>
        </p:txBody>
      </p:sp>
      <p:sp>
        <p:nvSpPr>
          <p:cNvPr id="72707" name="Título 1">
            <a:extLst>
              <a:ext uri="{FF2B5EF4-FFF2-40B4-BE49-F238E27FC236}">
                <a16:creationId xmlns:a16="http://schemas.microsoft.com/office/drawing/2014/main" id="{56E80F84-ABE9-D97E-0611-59EE26E1AC8D}"/>
              </a:ext>
            </a:extLst>
          </p:cNvPr>
          <p:cNvSpPr>
            <a:spLocks/>
          </p:cNvSpPr>
          <p:nvPr/>
        </p:nvSpPr>
        <p:spPr bwMode="auto">
          <a:xfrm>
            <a:off x="609600" y="342900"/>
            <a:ext cx="10972800" cy="61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 algn="ctr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7030A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ítulo 1">
            <a:extLst>
              <a:ext uri="{FF2B5EF4-FFF2-40B4-BE49-F238E27FC236}">
                <a16:creationId xmlns:a16="http://schemas.microsoft.com/office/drawing/2014/main" id="{F512CAA0-6043-D279-07A7-8ED47624AD3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1033423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3731" name="Subtítulo 2">
            <a:extLst>
              <a:ext uri="{FF2B5EF4-FFF2-40B4-BE49-F238E27FC236}">
                <a16:creationId xmlns:a16="http://schemas.microsoft.com/office/drawing/2014/main" id="{7A07FC89-B250-668A-2FAC-492BF826153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503323"/>
            <a:ext cx="10972800" cy="5011776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1. TODA LÍNGUA, POVO E NAÇÃO/ TUA LUZ ENCONTRA NA PALAVRA./ OS TEUS FILHOS, FRÁGEIS E DISPERSOS,/ SE REÚNEM NO TEU FILHO AMADO.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ítulo 1">
            <a:extLst>
              <a:ext uri="{FF2B5EF4-FFF2-40B4-BE49-F238E27FC236}">
                <a16:creationId xmlns:a16="http://schemas.microsoft.com/office/drawing/2014/main" id="{676B0424-09D6-ED53-0486-B68489DFDD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1051918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4755" name="Subtítulo 2">
            <a:extLst>
              <a:ext uri="{FF2B5EF4-FFF2-40B4-BE49-F238E27FC236}">
                <a16:creationId xmlns:a16="http://schemas.microsoft.com/office/drawing/2014/main" id="{1B56CC9C-41A9-53F4-167E-2EA29AD7102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521818"/>
            <a:ext cx="10972800" cy="4993281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2. DEUS NOS OLHA TERNO E PACIENTE: NASCE A AURORA DE UM FUTURO NOVO./ NOVOS CÉUS, TERRA FEITA NOVA,/ PASSA OS MUROS, ESPÍRITO DE VIDA!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ítulo 1">
            <a:extLst>
              <a:ext uri="{FF2B5EF4-FFF2-40B4-BE49-F238E27FC236}">
                <a16:creationId xmlns:a16="http://schemas.microsoft.com/office/drawing/2014/main" id="{B5FC069B-0DA4-281B-9D8C-4CEA3C65CE2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342900"/>
            <a:ext cx="10972800" cy="994162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5779" name="Subtítulo 2">
            <a:extLst>
              <a:ext uri="{FF2B5EF4-FFF2-40B4-BE49-F238E27FC236}">
                <a16:creationId xmlns:a16="http://schemas.microsoft.com/office/drawing/2014/main" id="{EE3E7849-FC49-2D7C-7B41-6A2DD29A4B9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464062"/>
            <a:ext cx="10972800" cy="505103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3. ERGUE OS OLHOS, MOVE-TE COM O VENTO,/ NÃO TE ATRASES: CHEGA DEUS NO TEMPO./ JESUS CRISTO POR TI SE FEZ HOMEM:/ AOS MILHARES, SEGUEM O CAMINHO.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