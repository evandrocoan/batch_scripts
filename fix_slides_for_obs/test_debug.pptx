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311" r:id="rId3"/>
    <p:sldId id="2007" r:id="rId4"/>
    <p:sldId id="2008" r:id="rId5"/>
    <p:sldId id="2361" r:id="rId6"/>
    <p:sldId id="2333" r:id="rId7"/>
    <p:sldId id="2362" r:id="rId8"/>
    <p:sldId id="2335" r:id="rId9"/>
    <p:sldId id="2339" r:id="rId10"/>
    <p:sldId id="1646" r:id="rId11"/>
    <p:sldId id="2363" r:id="rId12"/>
    <p:sldId id="1179" r:id="rId13"/>
    <p:sldId id="2312" r:id="rId14"/>
    <p:sldId id="2313" r:id="rId15"/>
    <p:sldId id="2343" r:id="rId16"/>
    <p:sldId id="2042" r:id="rId17"/>
    <p:sldId id="2043" r:id="rId18"/>
    <p:sldId id="2044" r:id="rId19"/>
    <p:sldId id="2364" r:id="rId20"/>
    <p:sldId id="2365" r:id="rId21"/>
    <p:sldId id="2366" r:id="rId22"/>
    <p:sldId id="2048" r:id="rId23"/>
    <p:sldId id="2049" r:id="rId24"/>
    <p:sldId id="2050" r:id="rId25"/>
    <p:sldId id="2367" r:id="rId26"/>
    <p:sldId id="1464" r:id="rId27"/>
    <p:sldId id="2014" r:id="rId28"/>
    <p:sldId id="2015" r:id="rId29"/>
    <p:sldId id="2016" r:id="rId30"/>
    <p:sldId id="2017" r:id="rId31"/>
    <p:sldId id="2018" r:id="rId32"/>
    <p:sldId id="2019" r:id="rId33"/>
    <p:sldId id="2020" r:id="rId34"/>
    <p:sldId id="2021" r:id="rId35"/>
    <p:sldId id="2022" r:id="rId36"/>
    <p:sldId id="2023" r:id="rId37"/>
    <p:sldId id="2024" r:id="rId38"/>
    <p:sldId id="2025" r:id="rId39"/>
    <p:sldId id="2026" r:id="rId40"/>
    <p:sldId id="1894" r:id="rId41"/>
    <p:sldId id="2351" r:id="rId42"/>
    <p:sldId id="2352" r:id="rId43"/>
    <p:sldId id="2353" r:id="rId44"/>
    <p:sldId id="2354" r:id="rId45"/>
    <p:sldId id="2355" r:id="rId46"/>
    <p:sldId id="2356" r:id="rId47"/>
    <p:sldId id="2357" r:id="rId48"/>
    <p:sldId id="1988" r:id="rId49"/>
    <p:sldId id="2372" r:id="rId50"/>
    <p:sldId id="2373" r:id="rId51"/>
    <p:sldId id="2374" r:id="rId52"/>
    <p:sldId id="2375" r:id="rId53"/>
    <p:sldId id="2376" r:id="rId54"/>
    <p:sldId id="2377" r:id="rId55"/>
    <p:sldId id="2378" r:id="rId56"/>
    <p:sldId id="2379" r:id="rId57"/>
    <p:sldId id="2380" r:id="rId58"/>
    <p:sldId id="2381" r:id="rId59"/>
    <p:sldId id="2382" r:id="rId60"/>
    <p:sldId id="2383" r:id="rId61"/>
    <p:sldId id="2384" r:id="rId62"/>
    <p:sldId id="2385" r:id="rId63"/>
    <p:sldId id="2386" r:id="rId64"/>
    <p:sldId id="2387" r:id="rId65"/>
    <p:sldId id="2388" r:id="rId66"/>
    <p:sldId id="2389" r:id="rId67"/>
    <p:sldId id="2390" r:id="rId68"/>
    <p:sldId id="2392" r:id="rId69"/>
    <p:sldId id="2394" r:id="rId70"/>
    <p:sldId id="2029" r:id="rId71"/>
    <p:sldId id="2030" r:id="rId72"/>
    <p:sldId id="2031" r:id="rId7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4C9CBD-3F5E-2515-C1DD-377B5FF83A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3389B6-9AC0-AAD3-5E94-98ACE9AF20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6033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WordArt 10">
            <a:extLst>
              <a:ext uri="{FF2B5EF4-FFF2-40B4-BE49-F238E27FC236}">
                <a16:creationId xmlns:a16="http://schemas.microsoft.com/office/drawing/2014/main" id="{A9295C99-ADF0-3A9F-155A-E39572927CE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063750" y="5949951"/>
            <a:ext cx="8064500" cy="79216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Wave1">
              <a:avLst>
                <a:gd name="adj1" fmla="val 13005"/>
                <a:gd name="adj2" fmla="val 0"/>
              </a:avLst>
            </a:prstTxWarp>
          </a:bodyPr>
          <a:lstStyle/>
          <a:p>
            <a:pPr algn="ctr"/>
            <a:r>
              <a:rPr lang="pt-BR" sz="2800" b="1" kern="10">
                <a:solidFill>
                  <a:srgbClr val="FF0000"/>
                </a:solidFill>
                <a:effectLst>
                  <a:outerShdw dist="53882" dir="2700000" algn="ctr" rotWithShape="0">
                    <a:srgbClr val="C0C0C0">
                      <a:alpha val="79999"/>
                    </a:srgbClr>
                  </a:outerShdw>
                </a:effectLst>
                <a:latin typeface="Book Antiqua" panose="02040602050305030304" pitchFamily="18" charset="0"/>
              </a:rPr>
              <a:t>Nascimento de João Batista</a:t>
            </a:r>
          </a:p>
        </p:txBody>
      </p:sp>
      <p:sp>
        <p:nvSpPr>
          <p:cNvPr id="22531" name="WordArt 8">
            <a:extLst>
              <a:ext uri="{FF2B5EF4-FFF2-40B4-BE49-F238E27FC236}">
                <a16:creationId xmlns:a16="http://schemas.microsoft.com/office/drawing/2014/main" id="{7B8A1AE2-0869-AAB9-81AA-9C6099EE519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135188" y="528639"/>
            <a:ext cx="6697662" cy="6683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CC00FF"/>
                </a:solidFill>
                <a:effectLst>
                  <a:outerShdw dist="563972" dir="14049741" sx="125000" sy="125000" algn="tl" rotWithShape="0">
                    <a:srgbClr val="C7DFD3">
                      <a:alpha val="79999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4ª Semana do Tempo do Advento – Ano 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B361A16-D161-FC0F-4300-A61233FE7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848" y="1506976"/>
            <a:ext cx="3362089" cy="4154272"/>
          </a:xfrm>
          <a:prstGeom prst="rect">
            <a:avLst/>
          </a:prstGeom>
          <a:effectLst>
            <a:glow rad="508000">
              <a:srgbClr val="7030A0">
                <a:alpha val="40000"/>
              </a:srgbClr>
            </a:glow>
          </a:effectLst>
        </p:spPr>
      </p:pic>
      <p:pic>
        <p:nvPicPr>
          <p:cNvPr id="7" name="Picture 14" descr="Resultado de imagem para quarto domingo do advento 2016">
            <a:extLst>
              <a:ext uri="{FF2B5EF4-FFF2-40B4-BE49-F238E27FC236}">
                <a16:creationId xmlns:a16="http://schemas.microsoft.com/office/drawing/2014/main" id="{F9BC5328-AD8F-0201-1B05-E0CF2B3A2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84032" y="1485006"/>
            <a:ext cx="3245256" cy="2160018"/>
          </a:xfrm>
          <a:prstGeom prst="rect">
            <a:avLst/>
          </a:prstGeom>
          <a:noFill/>
          <a:ln>
            <a:noFill/>
          </a:ln>
          <a:effectLst>
            <a:glow rad="508000">
              <a:srgbClr val="FFFF00">
                <a:alpha val="40000"/>
              </a:srgbClr>
            </a:glow>
          </a:effec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BABA8D3-F0D6-6C12-811F-70935AEB7E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249" y="3107004"/>
            <a:ext cx="1728193" cy="255424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>
            <a:glow rad="508000">
              <a:srgbClr val="00B050">
                <a:alpha val="40000"/>
              </a:srgbClr>
            </a:glo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8C46CE36-25A1-A6F2-78AC-66B7EAC20B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4514" y="1370014"/>
            <a:ext cx="8562975" cy="5299075"/>
          </a:xfrm>
        </p:spPr>
        <p:txBody>
          <a:bodyPr rtlCol="0">
            <a:normAutofit fontScale="92500" lnSpcReduction="20000"/>
          </a:bodyPr>
          <a:lstStyle/>
          <a:p>
            <a:pPr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defRPr/>
            </a:pPr>
            <a:r>
              <a:rPr lang="pt-BR" sz="1050" b="1" kern="100" dirty="0">
                <a:latin typeface="Arial" panose="020B0604020202020204" pitchFamily="34" charset="0"/>
                <a:ea typeface="Canva Sans"/>
                <a:cs typeface="Arial" panose="020B0604020202020204" pitchFamily="34" charset="0"/>
              </a:rPr>
              <a:t>   </a:t>
            </a:r>
          </a:p>
          <a:p>
            <a:pPr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defRPr/>
            </a:pPr>
            <a:r>
              <a:rPr lang="pt-BR" sz="5200" b="1" kern="100" dirty="0">
                <a:latin typeface="Arial" panose="020B0604020202020204" pitchFamily="34" charset="0"/>
                <a:cs typeface="Arial" panose="020B0604020202020204" pitchFamily="34" charset="0"/>
              </a:rPr>
              <a:t>Jesus, Mestre Divino, que chamastes os Apóstolos para vos seguirem, continuai a passar pelos nossos caminhos, pelas nossas famílias, pelas nossas escolas.</a:t>
            </a:r>
          </a:p>
          <a:p>
            <a:pPr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defRPr/>
            </a:pPr>
            <a:endParaRPr lang="pt-BR" sz="5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91D715E5-4188-BF2E-32D3-9E28F1161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4764" y="720725"/>
            <a:ext cx="6719887" cy="692150"/>
          </a:xfrm>
        </p:spPr>
        <p:txBody>
          <a:bodyPr rtlCol="0">
            <a:noAutofit/>
          </a:bodyPr>
          <a:lstStyle/>
          <a:p>
            <a:pPr>
              <a:defRPr/>
            </a:pPr>
            <a:r>
              <a:rPr lang="pt-BR" sz="4400" b="1" kern="100" spc="-26" dirty="0">
                <a:solidFill>
                  <a:srgbClr val="FFFF00"/>
                </a:solidFill>
                <a:latin typeface="Pragmatica Extended Bold"/>
                <a:ea typeface="Pragmatica Extended Bold"/>
                <a:cs typeface="Pragmatica Extended Bold"/>
              </a:rPr>
              <a:t>ORAÇÃO VOCACIONAL</a:t>
            </a:r>
            <a:endParaRPr lang="pt-BR" sz="4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627D07E9-FF70-B0BD-AF52-06188D5A2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1950" y="188913"/>
            <a:ext cx="8928100" cy="6597650"/>
          </a:xfrm>
        </p:spPr>
        <p:txBody>
          <a:bodyPr rtlCol="0">
            <a:normAutofit fontScale="92500" lnSpcReduction="10000"/>
          </a:bodyPr>
          <a:lstStyle/>
          <a:p>
            <a:pPr>
              <a:lnSpc>
                <a:spcPct val="105000"/>
              </a:lnSpc>
              <a:spcBef>
                <a:spcPts val="0"/>
              </a:spcBef>
              <a:defRPr/>
            </a:pPr>
            <a:r>
              <a:rPr lang="pt-BR" sz="4500" b="1" kern="100" dirty="0">
                <a:latin typeface="Arial" panose="020B0604020202020204" pitchFamily="34" charset="0"/>
                <a:ea typeface="Canva Sans"/>
                <a:cs typeface="Arial" panose="020B0604020202020204" pitchFamily="34" charset="0"/>
              </a:rPr>
              <a:t>  </a:t>
            </a:r>
            <a:r>
              <a:rPr lang="pt-BR" sz="4800" b="1" kern="100" dirty="0">
                <a:latin typeface="Arial" panose="020B0604020202020204" pitchFamily="34" charset="0"/>
                <a:ea typeface="Canva Sans"/>
                <a:cs typeface="Arial" panose="020B0604020202020204" pitchFamily="34" charset="0"/>
              </a:rPr>
              <a:t>E continuai a repetir o convite a muitos de nossos jovens. Dai coragem às pessoas convidadas, dai forças para que vos sejam fiéis como apóstolos leigos, como diáconos, padres e bispos, como religiosos e religiosas para o bem do povo de Deus e de toda a humanidade. Amém!</a:t>
            </a:r>
          </a:p>
          <a:p>
            <a:pPr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defRPr/>
            </a:pPr>
            <a:endParaRPr lang="pt-BR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ítulo 1">
            <a:extLst>
              <a:ext uri="{FF2B5EF4-FFF2-40B4-BE49-F238E27FC236}">
                <a16:creationId xmlns:a16="http://schemas.microsoft.com/office/drawing/2014/main" id="{3ED77B2E-DA2B-A1AE-D4CB-927B8689F4D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/>
          </a:p>
        </p:txBody>
      </p:sp>
      <p:sp>
        <p:nvSpPr>
          <p:cNvPr id="25603" name="Subtítulo 2">
            <a:extLst>
              <a:ext uri="{FF2B5EF4-FFF2-40B4-BE49-F238E27FC236}">
                <a16:creationId xmlns:a16="http://schemas.microsoft.com/office/drawing/2014/main" id="{B2396789-E9F3-B484-21CC-A5EB3E9261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ítulo 1">
            <a:extLst>
              <a:ext uri="{FF2B5EF4-FFF2-40B4-BE49-F238E27FC236}">
                <a16:creationId xmlns:a16="http://schemas.microsoft.com/office/drawing/2014/main" id="{51540575-0CE6-752C-287F-A5C87A218F0A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666876" y="125413"/>
            <a:ext cx="9001125" cy="711200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5000"/>
              </a:lnSpc>
              <a:defRPr/>
            </a:pPr>
            <a:r>
              <a:rPr lang="pt-BR" sz="3200" dirty="0">
                <a:solidFill>
                  <a:srgbClr val="7030A0"/>
                </a:solidFill>
                <a:latin typeface="Calibri" panose="020F0502020204030204" pitchFamily="34" charset="0"/>
              </a:rPr>
              <a:t>Mesmo as trevas</a:t>
            </a:r>
            <a:br>
              <a:rPr lang="pt-BR" sz="3200" dirty="0">
                <a:latin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</a:rPr>
              <a:t>Comunidade Ecumênica de </a:t>
            </a:r>
            <a:r>
              <a:rPr lang="pt-BR" sz="2400" dirty="0" err="1">
                <a:latin typeface="Calibri" panose="020F0502020204030204" pitchFamily="34" charset="0"/>
              </a:rPr>
              <a:t>Taizé</a:t>
            </a:r>
            <a:endParaRPr lang="pt-BR" sz="2400" dirty="0">
              <a:latin typeface="Calibri" panose="020F0502020204030204" pitchFamily="34" charset="0"/>
            </a:endParaRPr>
          </a:p>
        </p:txBody>
      </p:sp>
      <p:sp>
        <p:nvSpPr>
          <p:cNvPr id="26627" name="Subtítulo 2">
            <a:extLst>
              <a:ext uri="{FF2B5EF4-FFF2-40B4-BE49-F238E27FC236}">
                <a16:creationId xmlns:a16="http://schemas.microsoft.com/office/drawing/2014/main" id="{AA8DA93A-D078-AD6F-8560-F6D17C0D777A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666876" y="4724400"/>
            <a:ext cx="8893175" cy="2089150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85000"/>
              </a:lnSpc>
              <a:spcBef>
                <a:spcPct val="0"/>
              </a:spcBef>
              <a:buNone/>
            </a:pPr>
            <a:r>
              <a:rPr lang="pt-BR" altLang="pt-BR" sz="5400" b="1">
                <a:latin typeface="Calibri" panose="020F0502020204030204" pitchFamily="34" charset="0"/>
              </a:rPr>
              <a:t>MESMO AS TREVAS, NÃO SÃO TREVAS/ PARA TI, A NOITE É LUMINOSA COMO O DIA.</a:t>
            </a:r>
            <a:endParaRPr lang="pt-BR" altLang="pt-BR" sz="540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WordArt 10">
            <a:extLst>
              <a:ext uri="{FF2B5EF4-FFF2-40B4-BE49-F238E27FC236}">
                <a16:creationId xmlns:a16="http://schemas.microsoft.com/office/drawing/2014/main" id="{57AE544F-A09A-9532-4D9F-809762C05DC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063750" y="5949951"/>
            <a:ext cx="8064500" cy="79216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Wave1">
              <a:avLst>
                <a:gd name="adj1" fmla="val 13005"/>
                <a:gd name="adj2" fmla="val 0"/>
              </a:avLst>
            </a:prstTxWarp>
          </a:bodyPr>
          <a:lstStyle/>
          <a:p>
            <a:pPr algn="ctr"/>
            <a:r>
              <a:rPr lang="pt-BR" sz="2800" b="1" kern="10">
                <a:solidFill>
                  <a:srgbClr val="FF0000"/>
                </a:solidFill>
                <a:effectLst>
                  <a:outerShdw dist="53882" dir="2700000" algn="ctr" rotWithShape="0">
                    <a:srgbClr val="C0C0C0">
                      <a:alpha val="79999"/>
                    </a:srgbClr>
                  </a:outerShdw>
                </a:effectLst>
                <a:latin typeface="Book Antiqua" panose="02040602050305030304" pitchFamily="18" charset="0"/>
              </a:rPr>
              <a:t>Nascimento de João Batista</a:t>
            </a:r>
          </a:p>
        </p:txBody>
      </p:sp>
      <p:sp>
        <p:nvSpPr>
          <p:cNvPr id="27651" name="WordArt 8">
            <a:extLst>
              <a:ext uri="{FF2B5EF4-FFF2-40B4-BE49-F238E27FC236}">
                <a16:creationId xmlns:a16="http://schemas.microsoft.com/office/drawing/2014/main" id="{23EF9D95-17A2-6C31-1ED5-72B91D58E26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135188" y="528639"/>
            <a:ext cx="6697662" cy="6683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CC00FF"/>
                </a:solidFill>
                <a:effectLst>
                  <a:outerShdw dist="563972" dir="14049741" sx="125000" sy="125000" algn="tl" rotWithShape="0">
                    <a:srgbClr val="C7DFD3">
                      <a:alpha val="79999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4ª Semana do Tempo do Advento – Ano 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1BA45FB-A389-229F-BE52-DC166756A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848" y="1506976"/>
            <a:ext cx="3362089" cy="4154272"/>
          </a:xfrm>
          <a:prstGeom prst="rect">
            <a:avLst/>
          </a:prstGeom>
          <a:effectLst>
            <a:glow rad="508000">
              <a:srgbClr val="7030A0">
                <a:alpha val="40000"/>
              </a:srgbClr>
            </a:glow>
          </a:effectLst>
        </p:spPr>
      </p:pic>
      <p:pic>
        <p:nvPicPr>
          <p:cNvPr id="7" name="Picture 14" descr="Resultado de imagem para quarto domingo do advento 2016">
            <a:extLst>
              <a:ext uri="{FF2B5EF4-FFF2-40B4-BE49-F238E27FC236}">
                <a16:creationId xmlns:a16="http://schemas.microsoft.com/office/drawing/2014/main" id="{63FBCD07-61C9-81F6-8D24-F8C438800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84032" y="1485006"/>
            <a:ext cx="3245256" cy="2160018"/>
          </a:xfrm>
          <a:prstGeom prst="rect">
            <a:avLst/>
          </a:prstGeom>
          <a:noFill/>
          <a:ln>
            <a:noFill/>
          </a:ln>
          <a:effectLst>
            <a:glow rad="508000">
              <a:srgbClr val="FFFF00">
                <a:alpha val="40000"/>
              </a:srgbClr>
            </a:glow>
          </a:effec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4F0D7EE-6FE0-6D9D-9A79-1E8B6D07B2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249" y="3107004"/>
            <a:ext cx="1728193" cy="255424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>
            <a:glow rad="508000">
              <a:srgbClr val="00B050">
                <a:alpha val="40000"/>
              </a:srgbClr>
            </a:glo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ítulo 1">
            <a:extLst>
              <a:ext uri="{FF2B5EF4-FFF2-40B4-BE49-F238E27FC236}">
                <a16:creationId xmlns:a16="http://schemas.microsoft.com/office/drawing/2014/main" id="{1218B95A-D60F-3296-4E6E-3A02A50031C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666876" y="115889"/>
            <a:ext cx="8272463" cy="765175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5000"/>
              </a:lnSpc>
            </a:pPr>
            <a:r>
              <a:rPr lang="pt-BR" altLang="pt-BR" sz="3200">
                <a:solidFill>
                  <a:srgbClr val="7030A0"/>
                </a:solidFill>
              </a:rPr>
              <a:t>Que germine o Salvador</a:t>
            </a:r>
            <a:br>
              <a:rPr lang="pt-BR" altLang="pt-BR" sz="3200">
                <a:solidFill>
                  <a:srgbClr val="7030A0"/>
                </a:solidFill>
              </a:rPr>
            </a:br>
            <a:r>
              <a:rPr lang="pt-BR" altLang="pt-BR" sz="2400"/>
              <a:t>Pe. Sílvio Milanez</a:t>
            </a:r>
          </a:p>
        </p:txBody>
      </p:sp>
      <p:sp>
        <p:nvSpPr>
          <p:cNvPr id="28675" name="Subtítulo 2">
            <a:extLst>
              <a:ext uri="{FF2B5EF4-FFF2-40B4-BE49-F238E27FC236}">
                <a16:creationId xmlns:a16="http://schemas.microsoft.com/office/drawing/2014/main" id="{AB52B51E-482D-E84F-D417-58F333FFADC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627188" y="1052513"/>
            <a:ext cx="8932862" cy="5776912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80000"/>
              </a:lnSpc>
              <a:spcBef>
                <a:spcPts val="1200"/>
              </a:spcBef>
              <a:buNone/>
            </a:pPr>
            <a:r>
              <a:rPr lang="pt-BR" altLang="pt-BR" sz="4400"/>
              <a:t>1. O SENHOR ESTÁ PRA CHEGAR,/ JÁ SE CUMPRE A PROFECIA;/ O SEU REINO ENTÃO SERÁ/ LIBERDADE E ALEGRIA./ E AS NAÇÕES, ENFIM, RECEBEM,/ SALVAÇÃO A CADA DIA.</a:t>
            </a:r>
          </a:p>
          <a:p>
            <a:pPr marL="0" indent="0" algn="ctr">
              <a:lnSpc>
                <a:spcPct val="80000"/>
              </a:lnSpc>
              <a:spcBef>
                <a:spcPts val="1200"/>
              </a:spcBef>
              <a:buNone/>
            </a:pPr>
            <a:r>
              <a:rPr lang="pt-BR" altLang="pt-BR" sz="4800"/>
              <a:t>/: </a:t>
            </a:r>
            <a:r>
              <a:rPr lang="pt-BR" altLang="pt-BR" sz="4800" b="1"/>
              <a:t>DAS ALTURAS ORVALHEM OS CÉUS,/ E DAS NUVENS, QUE CHOVA A JUSTIÇA,/ QUE A TERRA SE ABRA AO AMOR/ E GERMINE O DEUS SALVADOR!</a:t>
            </a:r>
            <a:r>
              <a:rPr lang="pt-BR" altLang="pt-BR" sz="4800"/>
              <a:t>  :/</a:t>
            </a:r>
          </a:p>
          <a:p>
            <a:pPr marL="0" indent="0" algn="ctr">
              <a:spcBef>
                <a:spcPts val="600"/>
              </a:spcBef>
              <a:buNone/>
            </a:pPr>
            <a:endParaRPr lang="pt-BR" altLang="pt-BR" sz="4400"/>
          </a:p>
          <a:p>
            <a:pPr marL="0" indent="0" algn="ctr">
              <a:buNone/>
            </a:pPr>
            <a:endParaRPr lang="pt-BR" altLang="pt-BR" sz="44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ítulo 1">
            <a:extLst>
              <a:ext uri="{FF2B5EF4-FFF2-40B4-BE49-F238E27FC236}">
                <a16:creationId xmlns:a16="http://schemas.microsoft.com/office/drawing/2014/main" id="{F7C07FF7-28A1-D147-7109-E059ECFC001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666876" y="115889"/>
            <a:ext cx="8272463" cy="765175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5000"/>
              </a:lnSpc>
            </a:pPr>
            <a:r>
              <a:rPr lang="pt-BR" altLang="pt-BR" sz="3200">
                <a:solidFill>
                  <a:srgbClr val="7030A0"/>
                </a:solidFill>
              </a:rPr>
              <a:t>Que germine o Salvador</a:t>
            </a:r>
            <a:br>
              <a:rPr lang="pt-BR" altLang="pt-BR" sz="3200">
                <a:solidFill>
                  <a:srgbClr val="7030A0"/>
                </a:solidFill>
              </a:rPr>
            </a:br>
            <a:r>
              <a:rPr lang="pt-BR" altLang="pt-BR" sz="2400"/>
              <a:t>Pe. Sílvio Milanez</a:t>
            </a:r>
          </a:p>
        </p:txBody>
      </p:sp>
      <p:sp>
        <p:nvSpPr>
          <p:cNvPr id="29699" name="Subtítulo 2">
            <a:extLst>
              <a:ext uri="{FF2B5EF4-FFF2-40B4-BE49-F238E27FC236}">
                <a16:creationId xmlns:a16="http://schemas.microsoft.com/office/drawing/2014/main" id="{917417C3-778A-2F1E-2D44-3F958FDBA8A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627188" y="1052513"/>
            <a:ext cx="8932862" cy="5776912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80000"/>
              </a:lnSpc>
              <a:spcBef>
                <a:spcPts val="1200"/>
              </a:spcBef>
              <a:buNone/>
            </a:pPr>
            <a:r>
              <a:rPr lang="pt-BR" altLang="pt-BR" sz="4400"/>
              <a:t>2. VEM DE NOVO RESTAURAR-NOS./ DE QUE LADO ESTARÁ?/ INDIGNADO CONTRA NÓS?/ E A VIDA, NÃO DARÁS?/ SALVAÇÃO E ALEGRIA,/ OUTRA VEZ NÃO BUSCARÁS?</a:t>
            </a:r>
          </a:p>
          <a:p>
            <a:pPr marL="0" indent="0" algn="ctr">
              <a:lnSpc>
                <a:spcPct val="80000"/>
              </a:lnSpc>
              <a:spcBef>
                <a:spcPts val="1200"/>
              </a:spcBef>
              <a:buNone/>
            </a:pPr>
            <a:r>
              <a:rPr lang="pt-BR" altLang="pt-BR" sz="4800"/>
              <a:t>/: </a:t>
            </a:r>
            <a:r>
              <a:rPr lang="pt-BR" altLang="pt-BR" sz="4800" b="1"/>
              <a:t>DAS ALTURAS ORVALHEM OS CÉUS,/ E DAS NUVENS, QUE CHOVA A JUSTIÇA,/ QUE A TERRA SE ABRA AO AMOR/ E GERMINE O DEUS SALVADOR!</a:t>
            </a:r>
            <a:r>
              <a:rPr lang="pt-BR" altLang="pt-BR" sz="4800"/>
              <a:t>  :/</a:t>
            </a:r>
          </a:p>
          <a:p>
            <a:pPr marL="0" indent="0" algn="ctr">
              <a:spcBef>
                <a:spcPts val="600"/>
              </a:spcBef>
              <a:buNone/>
            </a:pPr>
            <a:endParaRPr lang="pt-BR" altLang="pt-BR" sz="4400"/>
          </a:p>
          <a:p>
            <a:pPr marL="0" indent="0" algn="ctr">
              <a:buNone/>
            </a:pPr>
            <a:endParaRPr lang="pt-BR" altLang="pt-BR" sz="4400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ubtítulo 2">
            <a:extLst>
              <a:ext uri="{FF2B5EF4-FFF2-40B4-BE49-F238E27FC236}">
                <a16:creationId xmlns:a16="http://schemas.microsoft.com/office/drawing/2014/main" id="{6EFCF595-E5E2-93C1-C85E-1110F8DB8FE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97025" y="1150938"/>
            <a:ext cx="9036050" cy="5662612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80000"/>
              </a:lnSpc>
              <a:spcBef>
                <a:spcPts val="1200"/>
              </a:spcBef>
              <a:buNone/>
            </a:pPr>
            <a:r>
              <a:rPr lang="pt-BR" altLang="pt-BR" sz="4800"/>
              <a:t>1.</a:t>
            </a:r>
            <a:r>
              <a:rPr lang="pt-BR" altLang="pt-BR" sz="4800" b="1"/>
              <a:t> </a:t>
            </a:r>
            <a:r>
              <a:rPr lang="pt-BR" altLang="pt-BR" sz="4800"/>
              <a:t>SENHOR E FILHO DE DEUS,/ COMPANHEIRO, IRMÃO E AMIGO./:</a:t>
            </a:r>
            <a:r>
              <a:rPr lang="pt-BR" altLang="pt-BR" sz="4800" b="1"/>
              <a:t> TENDE PIEDADE DE NÓS.</a:t>
            </a:r>
            <a:r>
              <a:rPr lang="pt-BR" altLang="pt-BR" sz="4800"/>
              <a:t> :/</a:t>
            </a:r>
          </a:p>
          <a:p>
            <a:pPr marL="0" indent="0" algn="ctr">
              <a:lnSpc>
                <a:spcPct val="80000"/>
              </a:lnSpc>
              <a:spcBef>
                <a:spcPts val="1200"/>
              </a:spcBef>
              <a:buNone/>
            </a:pPr>
            <a:r>
              <a:rPr lang="pt-BR" altLang="pt-BR" sz="4800"/>
              <a:t>2. Ó CRISTO, FILHO DO HOMEM./ CONHECEIS A NOSSA FRAQUEZA./: </a:t>
            </a:r>
            <a:r>
              <a:rPr lang="pt-BR" altLang="pt-BR" sz="4800" b="1"/>
              <a:t>TENDE PIEDADE DE NÓS. </a:t>
            </a:r>
            <a:r>
              <a:rPr lang="pt-BR" altLang="pt-BR" sz="4800"/>
              <a:t>:/</a:t>
            </a:r>
          </a:p>
          <a:p>
            <a:pPr marL="0" indent="0" algn="ctr">
              <a:lnSpc>
                <a:spcPct val="80000"/>
              </a:lnSpc>
              <a:spcBef>
                <a:spcPts val="1200"/>
              </a:spcBef>
              <a:buNone/>
            </a:pPr>
            <a:r>
              <a:rPr lang="pt-BR" altLang="pt-BR" sz="4800"/>
              <a:t>3. SENHOR E FILHO DO PAI./ ACOLHEI-NOS NA VOSSA CASA./: </a:t>
            </a:r>
            <a:r>
              <a:rPr lang="pt-BR" altLang="pt-BR" sz="4800" b="1"/>
              <a:t>TENDE PIEDADE DE NÓS.</a:t>
            </a:r>
            <a:r>
              <a:rPr lang="pt-BR" altLang="pt-BR" sz="4800"/>
              <a:t> :/</a:t>
            </a:r>
          </a:p>
        </p:txBody>
      </p:sp>
      <p:sp>
        <p:nvSpPr>
          <p:cNvPr id="30723" name="Título 1">
            <a:extLst>
              <a:ext uri="{FF2B5EF4-FFF2-40B4-BE49-F238E27FC236}">
                <a16:creationId xmlns:a16="http://schemas.microsoft.com/office/drawing/2014/main" id="{FA5A8455-8086-CD14-0970-F06C20B41509}"/>
              </a:ext>
            </a:extLst>
          </p:cNvPr>
          <p:cNvSpPr>
            <a:spLocks/>
          </p:cNvSpPr>
          <p:nvPr/>
        </p:nvSpPr>
        <p:spPr bwMode="auto">
          <a:xfrm>
            <a:off x="1666875" y="125413"/>
            <a:ext cx="8389938" cy="711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  <a:defRPr/>
            </a:pPr>
            <a:r>
              <a:rPr lang="pt-BR" altLang="pt-BR" dirty="0">
                <a:solidFill>
                  <a:srgbClr val="9900CC"/>
                </a:solidFill>
                <a:latin typeface="+mj-lt"/>
                <a:ea typeface="+mj-ea"/>
                <a:cs typeface="+mj-cs"/>
              </a:rPr>
              <a:t>Senhor e Filho de Deus</a:t>
            </a:r>
            <a:br>
              <a:rPr lang="pt-BR" altLang="pt-BR" dirty="0">
                <a:solidFill>
                  <a:srgbClr val="FF0000"/>
                </a:solidFill>
              </a:rPr>
            </a:br>
            <a:r>
              <a:rPr lang="pt-BR" altLang="pt-BR" sz="2400" dirty="0">
                <a:solidFill>
                  <a:srgbClr val="000000"/>
                </a:solidFill>
              </a:rPr>
              <a:t>Pe. José Freitas Campos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ítulo 1">
            <a:extLst>
              <a:ext uri="{FF2B5EF4-FFF2-40B4-BE49-F238E27FC236}">
                <a16:creationId xmlns:a16="http://schemas.microsoft.com/office/drawing/2014/main" id="{B422B24F-03BC-D16C-8B11-E428456C1C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6875" y="125414"/>
            <a:ext cx="8572500" cy="803275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5000"/>
              </a:lnSpc>
            </a:pPr>
            <a:r>
              <a:rPr lang="pt-BR" altLang="pt-BR" sz="3200">
                <a:solidFill>
                  <a:srgbClr val="9900CC"/>
                </a:solidFill>
              </a:rPr>
              <a:t>Salmo responsorial</a:t>
            </a:r>
            <a:r>
              <a:rPr lang="pt-BR" altLang="pt-BR" sz="3200"/>
              <a:t>: Sl 24/25</a:t>
            </a:r>
            <a:br>
              <a:rPr lang="pt-BR" altLang="pt-BR" sz="3200"/>
            </a:br>
            <a:r>
              <a:rPr lang="pt-BR" altLang="pt-BR" sz="2400"/>
              <a:t>Lecionário Ferial – Melodia: Ir. Míria Therezinha Kolling,icm</a:t>
            </a:r>
          </a:p>
        </p:txBody>
      </p:sp>
      <p:sp>
        <p:nvSpPr>
          <p:cNvPr id="31747" name="Subtítulo 2">
            <a:extLst>
              <a:ext uri="{FF2B5EF4-FFF2-40B4-BE49-F238E27FC236}">
                <a16:creationId xmlns:a16="http://schemas.microsoft.com/office/drawing/2014/main" id="{8F120163-F340-22DA-5D12-3AE584411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439" y="4797426"/>
            <a:ext cx="9037637" cy="2016125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pt-BR" altLang="pt-BR" sz="4800" b="1"/>
              <a:t>LEVANTAI VOSSA CABEÇA E OLHAI,/ POIS A VOSSA REDENÇÃO SE APROXIMA!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ítulo 1">
            <a:extLst>
              <a:ext uri="{FF2B5EF4-FFF2-40B4-BE49-F238E27FC236}">
                <a16:creationId xmlns:a16="http://schemas.microsoft.com/office/drawing/2014/main" id="{566A90D7-97D2-6E99-3143-72920C4EB7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6876" y="115889"/>
            <a:ext cx="9001125" cy="649287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5000"/>
              </a:lnSpc>
              <a:defRPr/>
            </a:pPr>
            <a:r>
              <a:rPr lang="pt-BR" sz="3200" dirty="0">
                <a:solidFill>
                  <a:srgbClr val="7030A0"/>
                </a:solidFill>
                <a:ea typeface="+mn-ea"/>
                <a:cs typeface="+mn-cs"/>
              </a:rPr>
              <a:t>Aleluia!</a:t>
            </a:r>
            <a:br>
              <a:rPr lang="pt-BR" sz="3200" dirty="0"/>
            </a:br>
            <a:r>
              <a:rPr lang="pt-BR" sz="2400" dirty="0"/>
              <a:t>Ir. </a:t>
            </a:r>
            <a:r>
              <a:rPr lang="pt-BR" sz="2400" dirty="0" err="1"/>
              <a:t>Lindberg</a:t>
            </a:r>
            <a:r>
              <a:rPr lang="pt-BR" sz="2400" dirty="0"/>
              <a:t> </a:t>
            </a:r>
            <a:r>
              <a:rPr lang="pt-BR" sz="2400" dirty="0" err="1"/>
              <a:t>Pires,sj</a:t>
            </a:r>
            <a:endParaRPr lang="pt-BR" sz="2400" dirty="0"/>
          </a:p>
        </p:txBody>
      </p:sp>
      <p:sp>
        <p:nvSpPr>
          <p:cNvPr id="32771" name="Subtítulo 2">
            <a:extLst>
              <a:ext uri="{FF2B5EF4-FFF2-40B4-BE49-F238E27FC236}">
                <a16:creationId xmlns:a16="http://schemas.microsoft.com/office/drawing/2014/main" id="{37B1A5A3-A641-4A3F-D7C0-D66FB2DB53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66876" y="1989138"/>
            <a:ext cx="8893175" cy="4824412"/>
          </a:xfrm>
        </p:spPr>
        <p:txBody>
          <a:bodyPr/>
          <a:lstStyle/>
          <a:p>
            <a:pPr eaLnBrk="1" hangingPunct="1">
              <a:lnSpc>
                <a:spcPct val="85000"/>
              </a:lnSpc>
              <a:spcBef>
                <a:spcPct val="0"/>
              </a:spcBef>
            </a:pPr>
            <a:r>
              <a:rPr lang="pt-BR" altLang="pt-BR" sz="5400"/>
              <a:t>/: </a:t>
            </a:r>
            <a:r>
              <a:rPr lang="pt-BR" altLang="pt-BR" sz="5400" b="1"/>
              <a:t>ALELUIA, ALELUIA!/ ALELUIA, ALELUIA!</a:t>
            </a:r>
            <a:r>
              <a:rPr lang="pt-BR" altLang="pt-BR" sz="5400"/>
              <a:t> :/</a:t>
            </a:r>
          </a:p>
          <a:p>
            <a:pPr eaLnBrk="1" hangingPunct="1">
              <a:lnSpc>
                <a:spcPct val="85000"/>
              </a:lnSpc>
            </a:pPr>
            <a:r>
              <a:rPr lang="pt-BR" altLang="pt-BR" sz="4800"/>
              <a:t>Ó REI E SENHOR DAS NAÇÕES E PEDRA ANGULAR DA IGREJA,/ VINDE SALVAR A MULHER E O HOMEM, QUE UM DIA, FORMASTES DO BARRO!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ítulo 1">
            <a:extLst>
              <a:ext uri="{FF2B5EF4-FFF2-40B4-BE49-F238E27FC236}">
                <a16:creationId xmlns:a16="http://schemas.microsoft.com/office/drawing/2014/main" id="{761D1E91-A58D-C246-EC81-69030C81B37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666876" y="115888"/>
            <a:ext cx="9001125" cy="576262"/>
          </a:xfrm>
        </p:spPr>
        <p:txBody>
          <a:bodyPr/>
          <a:lstStyle/>
          <a:p>
            <a:pPr algn="l" eaLnBrk="1" hangingPunct="1">
              <a:lnSpc>
                <a:spcPct val="80000"/>
              </a:lnSpc>
              <a:defRPr/>
            </a:pPr>
            <a:r>
              <a:rPr lang="pt-BR" altLang="pt-BR" sz="3200" dirty="0">
                <a:solidFill>
                  <a:srgbClr val="7030A0"/>
                </a:solidFill>
                <a:ea typeface="+mn-ea"/>
                <a:cs typeface="+mn-cs"/>
              </a:rPr>
              <a:t>Oração da comunidade</a:t>
            </a:r>
          </a:p>
        </p:txBody>
      </p:sp>
      <p:sp>
        <p:nvSpPr>
          <p:cNvPr id="33795" name="Subtítulo 2">
            <a:extLst>
              <a:ext uri="{FF2B5EF4-FFF2-40B4-BE49-F238E27FC236}">
                <a16:creationId xmlns:a16="http://schemas.microsoft.com/office/drawing/2014/main" id="{C5251461-3BD7-BB37-1566-65716B525B49}"/>
              </a:ext>
            </a:extLst>
          </p:cNvPr>
          <p:cNvSpPr txBox="1">
            <a:spLocks/>
          </p:cNvSpPr>
          <p:nvPr/>
        </p:nvSpPr>
        <p:spPr bwMode="auto">
          <a:xfrm>
            <a:off x="1666876" y="5300664"/>
            <a:ext cx="8893175" cy="151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pt-BR" altLang="pt-BR" sz="5400" b="1">
                <a:solidFill>
                  <a:srgbClr val="000000"/>
                </a:solidFill>
              </a:rPr>
              <a:t>MOSTRAI-NOS, Ó SENHOR, VOSSOS CAMINHOS.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ítulo 1">
            <a:extLst>
              <a:ext uri="{FF2B5EF4-FFF2-40B4-BE49-F238E27FC236}">
                <a16:creationId xmlns:a16="http://schemas.microsoft.com/office/drawing/2014/main" id="{96CDD327-3F23-EC8A-22BE-01E6564379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6876" y="125414"/>
            <a:ext cx="9001125" cy="782637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5000"/>
              </a:lnSpc>
            </a:pPr>
            <a:r>
              <a:rPr lang="pt-BR" altLang="pt-BR" sz="3200">
                <a:solidFill>
                  <a:srgbClr val="6600CC"/>
                </a:solidFill>
              </a:rPr>
              <a:t>Eis, Senhor, a tua vinha</a:t>
            </a:r>
            <a:br>
              <a:rPr lang="pt-BR" altLang="pt-BR" sz="3200"/>
            </a:br>
            <a:r>
              <a:rPr lang="pt-BR" altLang="pt-BR" sz="2400"/>
              <a:t>João de Araújo e Ir. Míria Therezinha Kolling,icm</a:t>
            </a:r>
          </a:p>
        </p:txBody>
      </p:sp>
      <p:sp>
        <p:nvSpPr>
          <p:cNvPr id="34819" name="Subtítulo 2">
            <a:extLst>
              <a:ext uri="{FF2B5EF4-FFF2-40B4-BE49-F238E27FC236}">
                <a16:creationId xmlns:a16="http://schemas.microsoft.com/office/drawing/2014/main" id="{AB0E1306-7E91-3B0C-083D-1AFA8FF46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96976"/>
            <a:ext cx="9144000" cy="5616575"/>
          </a:xfrm>
        </p:spPr>
        <p:txBody>
          <a:bodyPr>
            <a:normAutofit lnSpcReduction="10000"/>
          </a:bodyPr>
          <a:lstStyle/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pt-BR" altLang="pt-BR" sz="4400"/>
              <a:t>1. “DO CÉU VAI DESCER O CORDEIRO.”/ É DOM, PURO DOM, SALVAÇÃO!/ NO ALTAR DO PENHOR VERDADEIRO,/ TAMBÉM, VAMOS SER OBLAÇÃO!</a:t>
            </a:r>
          </a:p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pt-BR" altLang="pt-BR" sz="4800" b="1"/>
              <a:t>EIS, SENHOR, A TUA VINHA/ FRUTOS MIL TE TRAZ, SENHOR./ MAS TEU POVO QUE CAMINHA,/ MAIS QUE FRUTO, É DOM DE AMOR!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ítulo 1">
            <a:extLst>
              <a:ext uri="{FF2B5EF4-FFF2-40B4-BE49-F238E27FC236}">
                <a16:creationId xmlns:a16="http://schemas.microsoft.com/office/drawing/2014/main" id="{D65FDEB8-4016-D7FF-B866-6B236ABFA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6876" y="125414"/>
            <a:ext cx="9001125" cy="782637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5000"/>
              </a:lnSpc>
            </a:pPr>
            <a:r>
              <a:rPr lang="pt-BR" altLang="pt-BR" sz="3200">
                <a:solidFill>
                  <a:srgbClr val="6600CC"/>
                </a:solidFill>
              </a:rPr>
              <a:t>Eis, Senhor, a tua vinha</a:t>
            </a:r>
            <a:br>
              <a:rPr lang="pt-BR" altLang="pt-BR" sz="3200"/>
            </a:br>
            <a:r>
              <a:rPr lang="pt-BR" altLang="pt-BR" sz="2400"/>
              <a:t>João de Araújo e Ir. Míria Therezinha Kolling,icm</a:t>
            </a:r>
          </a:p>
        </p:txBody>
      </p:sp>
      <p:sp>
        <p:nvSpPr>
          <p:cNvPr id="35843" name="Subtítulo 2">
            <a:extLst>
              <a:ext uri="{FF2B5EF4-FFF2-40B4-BE49-F238E27FC236}">
                <a16:creationId xmlns:a16="http://schemas.microsoft.com/office/drawing/2014/main" id="{135A2E28-CB7E-E85A-C2E8-B470450712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8925" y="1298575"/>
            <a:ext cx="9144000" cy="5545138"/>
          </a:xfrm>
        </p:spPr>
        <p:txBody>
          <a:bodyPr>
            <a:normAutofit lnSpcReduction="10000"/>
          </a:bodyPr>
          <a:lstStyle/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pt-BR" altLang="pt-BR" sz="4400"/>
              <a:t>2. NA TERRA JÁ BROTA A ESPERANÇA/ E A GRAÇA DE DEUS VEM DIZER/ QUE O POVO DA NOVA ALIANÇA,/ TAMBÉM, OFERENDA VAI SER.</a:t>
            </a:r>
          </a:p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pt-BR" altLang="pt-BR" sz="4800" b="1"/>
              <a:t>EIS, SENHOR, A TUA VINHA/ FRUTOS MIL TE TRAZ, SENHOR./ MAS TEU POVO QUE CAMINHA,/ MAIS QUE FRUTO, É DOM DE AMOR!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ítulo 1">
            <a:extLst>
              <a:ext uri="{FF2B5EF4-FFF2-40B4-BE49-F238E27FC236}">
                <a16:creationId xmlns:a16="http://schemas.microsoft.com/office/drawing/2014/main" id="{13DB32CA-980C-128B-A083-F38E1C961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6876" y="125414"/>
            <a:ext cx="9001125" cy="782637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5000"/>
              </a:lnSpc>
            </a:pPr>
            <a:r>
              <a:rPr lang="pt-BR" altLang="pt-BR" sz="3200">
                <a:solidFill>
                  <a:srgbClr val="6600CC"/>
                </a:solidFill>
              </a:rPr>
              <a:t>Eis, Senhor, a tua vinha</a:t>
            </a:r>
            <a:br>
              <a:rPr lang="pt-BR" altLang="pt-BR" sz="3200"/>
            </a:br>
            <a:r>
              <a:rPr lang="pt-BR" altLang="pt-BR" sz="2400"/>
              <a:t>João de Araújo e Ir. Míria Therezinha Kolling,icm</a:t>
            </a:r>
          </a:p>
        </p:txBody>
      </p:sp>
      <p:sp>
        <p:nvSpPr>
          <p:cNvPr id="36867" name="Subtítulo 2">
            <a:extLst>
              <a:ext uri="{FF2B5EF4-FFF2-40B4-BE49-F238E27FC236}">
                <a16:creationId xmlns:a16="http://schemas.microsoft.com/office/drawing/2014/main" id="{62EA5691-7EA0-D50E-4C5C-1F49FF9AF5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68414"/>
            <a:ext cx="9144000" cy="5545137"/>
          </a:xfrm>
        </p:spPr>
        <p:txBody>
          <a:bodyPr>
            <a:normAutofit lnSpcReduction="10000"/>
          </a:bodyPr>
          <a:lstStyle/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pt-BR" altLang="pt-BR" sz="4400"/>
              <a:t>3. IRMÃOS NA FÉ VIVA, EXULTANTES/ PARTILHAM O PÃO SEMPRE MAIS./ E CAMPOS JAMAIS VERDEJANTES,/ TAMBÉM, JÁ SE TORNAM TRIGAIS!</a:t>
            </a:r>
          </a:p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pt-BR" altLang="pt-BR" sz="4800" b="1"/>
              <a:t>EIS, SENHOR, A TUA VINHA/ FRUTOS MIL TE TRAZ, SENHOR./ MAS TEU POVO QUE CAMINHA,/ MAIS QUE FRUTO, É DOM DE AMOR!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ítulo 1">
            <a:extLst>
              <a:ext uri="{FF2B5EF4-FFF2-40B4-BE49-F238E27FC236}">
                <a16:creationId xmlns:a16="http://schemas.microsoft.com/office/drawing/2014/main" id="{0A084717-27B2-A8B9-15A9-F7326E857005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666876" y="115888"/>
            <a:ext cx="9001125" cy="792162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5000"/>
              </a:lnSpc>
            </a:pPr>
            <a:r>
              <a:rPr lang="pt-BR" altLang="pt-BR" sz="3200"/>
              <a:t>Conclusão à Preparação das Oferendas</a:t>
            </a:r>
            <a:br>
              <a:rPr lang="pt-BR" altLang="pt-BR" sz="3200"/>
            </a:br>
            <a:r>
              <a:rPr lang="pt-BR" altLang="pt-BR" sz="2400"/>
              <a:t>Cânon Romano – 3ª Edição Típica do Missal Romano</a:t>
            </a:r>
            <a:endParaRPr lang="pt-BR" altLang="pt-BR" sz="2400" b="1"/>
          </a:p>
        </p:txBody>
      </p:sp>
      <p:sp>
        <p:nvSpPr>
          <p:cNvPr id="37891" name="Subtítulo 2">
            <a:extLst>
              <a:ext uri="{FF2B5EF4-FFF2-40B4-BE49-F238E27FC236}">
                <a16:creationId xmlns:a16="http://schemas.microsoft.com/office/drawing/2014/main" id="{A522748A-BF11-89BB-AD9F-176963A68B84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666876" y="3716338"/>
            <a:ext cx="8893175" cy="3168650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85000"/>
              </a:lnSpc>
              <a:spcBef>
                <a:spcPct val="0"/>
              </a:spcBef>
              <a:buNone/>
            </a:pPr>
            <a:r>
              <a:rPr lang="pt-BR" altLang="pt-BR" sz="4800" b="1"/>
              <a:t>RECEBA O SENHOR POR TUAS MÃOS ESTE SACRIFÍCIO, PARA GLÓRIA DO SEU NOME, PARA NOSSO BEM E DE TODA A </a:t>
            </a:r>
            <a:r>
              <a:rPr lang="pt-BR" altLang="pt-BR" sz="4800" b="1">
                <a:solidFill>
                  <a:srgbClr val="FF0000"/>
                </a:solidFill>
              </a:rPr>
              <a:t>SUA</a:t>
            </a:r>
            <a:r>
              <a:rPr lang="pt-BR" altLang="pt-BR" sz="4800" b="1"/>
              <a:t> SANTA IGREJA.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ítulo 1">
            <a:extLst>
              <a:ext uri="{FF2B5EF4-FFF2-40B4-BE49-F238E27FC236}">
                <a16:creationId xmlns:a16="http://schemas.microsoft.com/office/drawing/2014/main" id="{3E379041-7680-CDED-EDAC-CF576A749684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1703389" y="115889"/>
            <a:ext cx="9001125" cy="720725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5000"/>
              </a:lnSpc>
            </a:pPr>
            <a:r>
              <a:rPr lang="pt-BR" altLang="pt-BR" sz="3200">
                <a:solidFill>
                  <a:srgbClr val="7030A0"/>
                </a:solidFill>
                <a:latin typeface="Calibri" panose="020F0502020204030204" pitchFamily="34" charset="0"/>
              </a:rPr>
              <a:t>Santo, Santo, Santo! Senhor Deus do Universo</a:t>
            </a:r>
            <a:br>
              <a:rPr lang="pt-BR" altLang="pt-BR" sz="3200">
                <a:latin typeface="Calibri" panose="020F0502020204030204" pitchFamily="34" charset="0"/>
              </a:rPr>
            </a:br>
            <a:r>
              <a:rPr lang="pt-BR" altLang="pt-BR" sz="2400">
                <a:latin typeface="Calibri" panose="020F0502020204030204" pitchFamily="34" charset="0"/>
              </a:rPr>
              <a:t>D. Pedro Brito Guimarães</a:t>
            </a:r>
          </a:p>
        </p:txBody>
      </p:sp>
      <p:sp>
        <p:nvSpPr>
          <p:cNvPr id="38915" name="Subtítulo 2">
            <a:extLst>
              <a:ext uri="{FF2B5EF4-FFF2-40B4-BE49-F238E27FC236}">
                <a16:creationId xmlns:a16="http://schemas.microsoft.com/office/drawing/2014/main" id="{52465F58-293A-DE51-06BC-81AA453C90D9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703388" y="1268414"/>
            <a:ext cx="8856662" cy="5545137"/>
          </a:xfrm>
        </p:spPr>
        <p:txBody>
          <a:bodyPr/>
          <a:lstStyle/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800">
                <a:latin typeface="Calibri" panose="020F0502020204030204" pitchFamily="34" charset="0"/>
              </a:rPr>
              <a:t>1. SANTO, SANTO, SANTO!/ SENHOR DEUS DO UNIVERSO!/ O CÉU E A TERRA PROCLAMAM/ A VOSSA GLÓRIA.</a:t>
            </a:r>
          </a:p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5400">
                <a:latin typeface="Calibri" panose="020F0502020204030204" pitchFamily="34" charset="0"/>
              </a:rPr>
              <a:t>/: </a:t>
            </a:r>
            <a:r>
              <a:rPr lang="pt-BR" altLang="pt-BR" sz="5400" b="1">
                <a:latin typeface="Calibri" panose="020F0502020204030204" pitchFamily="34" charset="0"/>
              </a:rPr>
              <a:t>HOSANA NAS ALTURAS,/ HOSANA!</a:t>
            </a:r>
            <a:r>
              <a:rPr lang="pt-BR" altLang="pt-BR" sz="5400">
                <a:latin typeface="Calibri" panose="020F0502020204030204" pitchFamily="34" charset="0"/>
              </a:rPr>
              <a:t> :/</a:t>
            </a:r>
          </a:p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800">
                <a:latin typeface="Calibri" panose="020F0502020204030204" pitchFamily="34" charset="0"/>
              </a:rPr>
              <a:t>2. /: BENDITO AQUELE QUE VEM,/ EM NOME DO SENHOR! :/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ítulo 1">
            <a:extLst>
              <a:ext uri="{FF2B5EF4-FFF2-40B4-BE49-F238E27FC236}">
                <a16:creationId xmlns:a16="http://schemas.microsoft.com/office/drawing/2014/main" id="{84A5CF63-721F-3EAE-A19A-D8E59C65067E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1666876" y="115888"/>
            <a:ext cx="9001125" cy="792162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5000"/>
              </a:lnSpc>
            </a:pPr>
            <a:r>
              <a:rPr lang="pt-BR" altLang="pt-BR" sz="3200">
                <a:latin typeface="Calibri" panose="020F0502020204030204" pitchFamily="34" charset="0"/>
              </a:rPr>
              <a:t>Oração Eucarística II: Aclamações da assembleia</a:t>
            </a:r>
            <a:br>
              <a:rPr lang="pt-BR" altLang="pt-BR" sz="3200">
                <a:latin typeface="Calibri" panose="020F0502020204030204" pitchFamily="34" charset="0"/>
              </a:rPr>
            </a:br>
            <a:r>
              <a:rPr lang="pt-BR" altLang="pt-BR" sz="2400">
                <a:latin typeface="Calibri" panose="020F0502020204030204" pitchFamily="34" charset="0"/>
              </a:rPr>
              <a:t>Cânon Romano – 3ª Edição Típica do Missal Romano</a:t>
            </a:r>
            <a:endParaRPr lang="pt-BR" altLang="pt-BR" sz="2400" b="1">
              <a:latin typeface="Calibri" panose="020F0502020204030204" pitchFamily="34" charset="0"/>
            </a:endParaRPr>
          </a:p>
        </p:txBody>
      </p:sp>
      <p:sp>
        <p:nvSpPr>
          <p:cNvPr id="39939" name="Subtítulo 2">
            <a:extLst>
              <a:ext uri="{FF2B5EF4-FFF2-40B4-BE49-F238E27FC236}">
                <a16:creationId xmlns:a16="http://schemas.microsoft.com/office/drawing/2014/main" id="{08508D43-BCF7-15FD-1EA4-14ACF8760D1E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666875" y="5300664"/>
            <a:ext cx="8858250" cy="1512887"/>
          </a:xfrm>
        </p:spPr>
        <p:txBody>
          <a:bodyPr>
            <a:normAutofit lnSpcReduction="10000"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pt-BR" altLang="pt-BR" sz="5400" b="1">
                <a:latin typeface="Calibri" panose="020F0502020204030204" pitchFamily="34" charset="0"/>
              </a:rPr>
              <a:t>ENVIAI O VOSSO ESPÍRITO SANTO!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ubtítulo 2">
            <a:extLst>
              <a:ext uri="{FF2B5EF4-FFF2-40B4-BE49-F238E27FC236}">
                <a16:creationId xmlns:a16="http://schemas.microsoft.com/office/drawing/2014/main" id="{EEA03379-3E3F-CDD8-5249-7716048CB173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666875" y="3068638"/>
            <a:ext cx="8858250" cy="3744912"/>
          </a:xfrm>
        </p:spPr>
        <p:txBody>
          <a:bodyPr>
            <a:normAutofit lnSpcReduction="10000"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pt-BR" altLang="pt-BR" sz="5400" b="1"/>
              <a:t>ANUNCIAMOS, SENHOR, A VOSSA MORTE E PROCLAMAMOS A VOSSA RESSURREIÇÃO. VINDE, SENHOR JESUS!</a:t>
            </a:r>
          </a:p>
        </p:txBody>
      </p:sp>
      <p:sp>
        <p:nvSpPr>
          <p:cNvPr id="40963" name="Título 1">
            <a:extLst>
              <a:ext uri="{FF2B5EF4-FFF2-40B4-BE49-F238E27FC236}">
                <a16:creationId xmlns:a16="http://schemas.microsoft.com/office/drawing/2014/main" id="{F8477D76-C873-570E-B155-12CC92CB769E}"/>
              </a:ext>
            </a:extLst>
          </p:cNvPr>
          <p:cNvSpPr>
            <a:spLocks/>
          </p:cNvSpPr>
          <p:nvPr/>
        </p:nvSpPr>
        <p:spPr bwMode="auto">
          <a:xfrm>
            <a:off x="1666876" y="44450"/>
            <a:ext cx="90011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pt-BR" altLang="pt-BR">
                <a:solidFill>
                  <a:srgbClr val="000000"/>
                </a:solidFill>
              </a:rPr>
              <a:t>Anamnese (Memorial) – Mistério da fé!</a:t>
            </a:r>
            <a:br>
              <a:rPr lang="pt-BR" altLang="pt-BR">
                <a:solidFill>
                  <a:srgbClr val="000000"/>
                </a:solidFill>
              </a:rPr>
            </a:br>
            <a:r>
              <a:rPr lang="pt-BR" altLang="pt-BR" sz="2400">
                <a:solidFill>
                  <a:srgbClr val="000000"/>
                </a:solidFill>
              </a:rPr>
              <a:t>Cânon Romano – 3ª Edição Típica do Missal Romano</a:t>
            </a:r>
            <a:endParaRPr lang="pt-BR" altLang="pt-BR" sz="2400"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ubtítulo 2">
            <a:extLst>
              <a:ext uri="{FF2B5EF4-FFF2-40B4-BE49-F238E27FC236}">
                <a16:creationId xmlns:a16="http://schemas.microsoft.com/office/drawing/2014/main" id="{382C3A79-4BEB-0E81-F8CD-30BDB6840E21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666875" y="2636838"/>
            <a:ext cx="8858250" cy="4176712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85000"/>
              </a:lnSpc>
              <a:spcBef>
                <a:spcPct val="0"/>
              </a:spcBef>
              <a:buNone/>
            </a:pPr>
            <a:r>
              <a:rPr lang="pt-BR" altLang="pt-BR" sz="5400" b="1"/>
              <a:t>TODAS AS VEZES QUE COMEMOS DESTE PÃO/ E BEBEMOS DESTE CÁLICE,/ ANUNCIAMOS, SENHOR, A VOSSA MORTE,/ ENQUANTO ESPERAMOS A VOSSA VINDA.</a:t>
            </a:r>
          </a:p>
        </p:txBody>
      </p:sp>
      <p:sp>
        <p:nvSpPr>
          <p:cNvPr id="41987" name="Título 1">
            <a:extLst>
              <a:ext uri="{FF2B5EF4-FFF2-40B4-BE49-F238E27FC236}">
                <a16:creationId xmlns:a16="http://schemas.microsoft.com/office/drawing/2014/main" id="{7A62706A-C002-B361-8A34-62F2E205432C}"/>
              </a:ext>
            </a:extLst>
          </p:cNvPr>
          <p:cNvSpPr>
            <a:spLocks/>
          </p:cNvSpPr>
          <p:nvPr/>
        </p:nvSpPr>
        <p:spPr bwMode="auto">
          <a:xfrm>
            <a:off x="1666876" y="44450"/>
            <a:ext cx="90011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pt-BR" altLang="pt-BR">
                <a:solidFill>
                  <a:srgbClr val="000000"/>
                </a:solidFill>
              </a:rPr>
              <a:t>Anamnese (Memorial) – Mistério da fé e do amor!</a:t>
            </a:r>
            <a:br>
              <a:rPr lang="pt-BR" altLang="pt-BR">
                <a:solidFill>
                  <a:srgbClr val="000000"/>
                </a:solidFill>
              </a:rPr>
            </a:br>
            <a:r>
              <a:rPr lang="pt-BR" altLang="pt-BR" sz="2400">
                <a:solidFill>
                  <a:srgbClr val="000000"/>
                </a:solidFill>
              </a:rPr>
              <a:t>Cânon Romano – 3ª Edição Típica do Missal Romano</a:t>
            </a:r>
            <a:endParaRPr lang="pt-BR" altLang="pt-BR" sz="2400"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ubtítulo 2">
            <a:extLst>
              <a:ext uri="{FF2B5EF4-FFF2-40B4-BE49-F238E27FC236}">
                <a16:creationId xmlns:a16="http://schemas.microsoft.com/office/drawing/2014/main" id="{66366F28-9198-550C-C22B-50116F2DD92C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666875" y="3860800"/>
            <a:ext cx="8858250" cy="2952750"/>
          </a:xfrm>
        </p:spPr>
        <p:txBody>
          <a:bodyPr>
            <a:normAutofit lnSpcReduction="10000"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pt-BR" altLang="pt-BR" sz="5400" b="1"/>
              <a:t>SALVADOR DO MUNDO, SALVAI-NOS, VÓS QUE NOS LIBERTASTES PELA CRUZ E RESSURREIÇÃO.</a:t>
            </a:r>
          </a:p>
        </p:txBody>
      </p:sp>
      <p:sp>
        <p:nvSpPr>
          <p:cNvPr id="43011" name="Título 1">
            <a:extLst>
              <a:ext uri="{FF2B5EF4-FFF2-40B4-BE49-F238E27FC236}">
                <a16:creationId xmlns:a16="http://schemas.microsoft.com/office/drawing/2014/main" id="{641537F5-F4BE-B71C-28F2-56404451F336}"/>
              </a:ext>
            </a:extLst>
          </p:cNvPr>
          <p:cNvSpPr>
            <a:spLocks/>
          </p:cNvSpPr>
          <p:nvPr/>
        </p:nvSpPr>
        <p:spPr bwMode="auto">
          <a:xfrm>
            <a:off x="1666876" y="44451"/>
            <a:ext cx="90011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000000"/>
                </a:solidFill>
              </a:rPr>
              <a:t>Anamnese (Memorial) – Mistério da fé para a salvação do mundo!</a:t>
            </a:r>
            <a:br>
              <a:rPr lang="pt-BR" altLang="pt-BR" sz="2400">
                <a:solidFill>
                  <a:srgbClr val="000000"/>
                </a:solidFill>
              </a:rPr>
            </a:br>
            <a:r>
              <a:rPr lang="pt-BR" altLang="pt-BR" sz="2400">
                <a:solidFill>
                  <a:srgbClr val="000000"/>
                </a:solidFill>
              </a:rPr>
              <a:t>Cânon Romano – 3ª Edição Típica do Missal Romano</a:t>
            </a:r>
            <a:endParaRPr lang="pt-BR" altLang="pt-BR" sz="2400"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ubtítulo 2">
            <a:extLst>
              <a:ext uri="{FF2B5EF4-FFF2-40B4-BE49-F238E27FC236}">
                <a16:creationId xmlns:a16="http://schemas.microsoft.com/office/drawing/2014/main" id="{C54C7129-FDC2-BAEE-6908-B0EAA679F765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666875" y="5300664"/>
            <a:ext cx="8858250" cy="1512887"/>
          </a:xfrm>
        </p:spPr>
        <p:txBody>
          <a:bodyPr>
            <a:normAutofit lnSpcReduction="10000"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pt-BR" altLang="pt-BR" sz="5400" b="1">
                <a:latin typeface="Calibri" panose="020F0502020204030204" pitchFamily="34" charset="0"/>
              </a:rPr>
              <a:t>ACEITAI, Ó SENHOR, A NOSSA OFERTA!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A534267-CF3E-2D97-2F5F-CF784A6ED8A4}"/>
              </a:ext>
            </a:extLst>
          </p:cNvPr>
          <p:cNvSpPr txBox="1">
            <a:spLocks/>
          </p:cNvSpPr>
          <p:nvPr/>
        </p:nvSpPr>
        <p:spPr bwMode="auto">
          <a:xfrm>
            <a:off x="1666876" y="115888"/>
            <a:ext cx="9001125" cy="7921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 eaLnBrk="1" hangingPunct="1">
              <a:lnSpc>
                <a:spcPct val="85000"/>
              </a:lnSpc>
              <a:defRPr/>
            </a:pPr>
            <a:r>
              <a:rPr lang="pt-BR" sz="3200" kern="0" dirty="0">
                <a:solidFill>
                  <a:srgbClr val="000000"/>
                </a:solidFill>
                <a:latin typeface="Calibri" panose="020F0502020204030204" pitchFamily="34" charset="0"/>
              </a:rPr>
              <a:t>Oração Eucarística II: Aclamações da assembleia</a:t>
            </a:r>
            <a:br>
              <a:rPr lang="pt-BR" sz="3200" kern="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pt-BR" sz="2400" kern="0" dirty="0">
                <a:solidFill>
                  <a:srgbClr val="000000"/>
                </a:solidFill>
                <a:latin typeface="Calibri" panose="020F0502020204030204" pitchFamily="34" charset="0"/>
              </a:rPr>
              <a:t>Cânon Romano – 3ª Edição Típica do Missal Romano</a:t>
            </a:r>
            <a:endParaRPr lang="pt-BR" sz="2400" b="1" kern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ubtítulo 2">
            <a:extLst>
              <a:ext uri="{FF2B5EF4-FFF2-40B4-BE49-F238E27FC236}">
                <a16:creationId xmlns:a16="http://schemas.microsoft.com/office/drawing/2014/main" id="{631B7274-C881-1A06-6FCF-77185E183E69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666875" y="5300664"/>
            <a:ext cx="8858250" cy="1512887"/>
          </a:xfrm>
        </p:spPr>
        <p:txBody>
          <a:bodyPr>
            <a:normAutofit lnSpcReduction="10000"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pt-BR" altLang="pt-BR" sz="5400" b="1">
                <a:latin typeface="Calibri" panose="020F0502020204030204" pitchFamily="34" charset="0"/>
              </a:rPr>
              <a:t>O ESPÍRITO NOS UNA NUM SÓ CORPO!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F822BFB-B5B0-9163-280B-166F492A0183}"/>
              </a:ext>
            </a:extLst>
          </p:cNvPr>
          <p:cNvSpPr txBox="1">
            <a:spLocks/>
          </p:cNvSpPr>
          <p:nvPr/>
        </p:nvSpPr>
        <p:spPr bwMode="auto">
          <a:xfrm>
            <a:off x="1666876" y="115888"/>
            <a:ext cx="9001125" cy="7921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 eaLnBrk="1" hangingPunct="1">
              <a:lnSpc>
                <a:spcPct val="85000"/>
              </a:lnSpc>
              <a:defRPr/>
            </a:pPr>
            <a:r>
              <a:rPr lang="pt-BR" sz="3200" kern="0" dirty="0">
                <a:solidFill>
                  <a:srgbClr val="000000"/>
                </a:solidFill>
                <a:latin typeface="Calibri" panose="020F0502020204030204" pitchFamily="34" charset="0"/>
              </a:rPr>
              <a:t>Oração Eucarística II: Aclamações da assembleia</a:t>
            </a:r>
            <a:br>
              <a:rPr lang="pt-BR" sz="3200" kern="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pt-BR" sz="2400" kern="0" dirty="0">
                <a:solidFill>
                  <a:srgbClr val="000000"/>
                </a:solidFill>
                <a:latin typeface="Calibri" panose="020F0502020204030204" pitchFamily="34" charset="0"/>
              </a:rPr>
              <a:t>Cânon Romano – 3ª Edição Típica do Missal Romano</a:t>
            </a:r>
            <a:endParaRPr lang="pt-BR" sz="2400" b="1" kern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ítulo 2">
            <a:extLst>
              <a:ext uri="{FF2B5EF4-FFF2-40B4-BE49-F238E27FC236}">
                <a16:creationId xmlns:a16="http://schemas.microsoft.com/office/drawing/2014/main" id="{EECC0EA4-5379-ECA6-EBDC-407320650336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666875" y="5300664"/>
            <a:ext cx="8858250" cy="1512887"/>
          </a:xfrm>
        </p:spPr>
        <p:txBody>
          <a:bodyPr>
            <a:normAutofit lnSpcReduction="10000"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pt-BR" altLang="pt-BR" sz="5400" b="1">
                <a:latin typeface="Calibri" panose="020F0502020204030204" pitchFamily="34" charset="0"/>
              </a:rPr>
              <a:t>LEMBRAI-VOS, Ó PAI, DA VOSSA IGREJA!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2F276D7D-363B-5D37-E79C-B76344ACD50A}"/>
              </a:ext>
            </a:extLst>
          </p:cNvPr>
          <p:cNvSpPr txBox="1">
            <a:spLocks/>
          </p:cNvSpPr>
          <p:nvPr/>
        </p:nvSpPr>
        <p:spPr bwMode="auto">
          <a:xfrm>
            <a:off x="1666876" y="115888"/>
            <a:ext cx="9001125" cy="7921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 eaLnBrk="1" hangingPunct="1">
              <a:lnSpc>
                <a:spcPct val="85000"/>
              </a:lnSpc>
              <a:defRPr/>
            </a:pPr>
            <a:r>
              <a:rPr lang="pt-BR" sz="3200" kern="0" dirty="0">
                <a:solidFill>
                  <a:srgbClr val="000000"/>
                </a:solidFill>
                <a:latin typeface="Calibri" panose="020F0502020204030204" pitchFamily="34" charset="0"/>
              </a:rPr>
              <a:t>Oração Eucarística II: Aclamações da assembleia</a:t>
            </a:r>
            <a:br>
              <a:rPr lang="pt-BR" sz="3200" kern="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pt-BR" sz="2400" kern="0" dirty="0">
                <a:solidFill>
                  <a:srgbClr val="000000"/>
                </a:solidFill>
                <a:latin typeface="Calibri" panose="020F0502020204030204" pitchFamily="34" charset="0"/>
              </a:rPr>
              <a:t>Cânon Romano – 3ª Edição Típica do Missal Romano</a:t>
            </a:r>
            <a:endParaRPr lang="pt-BR" sz="2400" b="1" kern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ubtítulo 2">
            <a:extLst>
              <a:ext uri="{FF2B5EF4-FFF2-40B4-BE49-F238E27FC236}">
                <a16:creationId xmlns:a16="http://schemas.microsoft.com/office/drawing/2014/main" id="{B0474E01-E80A-E11B-9120-E047355BC974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666875" y="5300664"/>
            <a:ext cx="8858250" cy="1512887"/>
          </a:xfrm>
        </p:spPr>
        <p:txBody>
          <a:bodyPr>
            <a:normAutofit lnSpcReduction="10000"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pt-BR" altLang="pt-BR" sz="5400" b="1">
                <a:latin typeface="Calibri" panose="020F0502020204030204" pitchFamily="34" charset="0"/>
              </a:rPr>
              <a:t>CONCEDEI-LHES, Ó SENHOR, A LUZ ETERNA!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0835302-34EB-2B63-097A-F4C3927D7512}"/>
              </a:ext>
            </a:extLst>
          </p:cNvPr>
          <p:cNvSpPr txBox="1">
            <a:spLocks/>
          </p:cNvSpPr>
          <p:nvPr/>
        </p:nvSpPr>
        <p:spPr bwMode="auto">
          <a:xfrm>
            <a:off x="1666876" y="115888"/>
            <a:ext cx="9001125" cy="7921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 eaLnBrk="1" hangingPunct="1">
              <a:lnSpc>
                <a:spcPct val="85000"/>
              </a:lnSpc>
              <a:defRPr/>
            </a:pPr>
            <a:r>
              <a:rPr lang="pt-BR" sz="3200" kern="0" dirty="0">
                <a:solidFill>
                  <a:srgbClr val="000000"/>
                </a:solidFill>
                <a:latin typeface="Calibri" panose="020F0502020204030204" pitchFamily="34" charset="0"/>
              </a:rPr>
              <a:t>Oração Eucarística II: Aclamações da assembleia</a:t>
            </a:r>
            <a:br>
              <a:rPr lang="pt-BR" sz="3200" kern="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pt-BR" sz="2400" kern="0" dirty="0">
                <a:solidFill>
                  <a:srgbClr val="000000"/>
                </a:solidFill>
                <a:latin typeface="Calibri" panose="020F0502020204030204" pitchFamily="34" charset="0"/>
              </a:rPr>
              <a:t>Cânon Romano – 3ª Edição Típica do Missal Romano</a:t>
            </a:r>
            <a:endParaRPr lang="pt-BR" sz="2400" b="1" kern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ítulo 1">
            <a:extLst>
              <a:ext uri="{FF2B5EF4-FFF2-40B4-BE49-F238E27FC236}">
                <a16:creationId xmlns:a16="http://schemas.microsoft.com/office/drawing/2014/main" id="{8A79AA5D-C868-CC0A-3F22-0B83DFCAC65C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666875" y="44450"/>
            <a:ext cx="8966200" cy="711200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0000"/>
              </a:lnSpc>
            </a:pPr>
            <a:r>
              <a:rPr lang="pt-BR" altLang="pt-BR" sz="3200">
                <a:solidFill>
                  <a:srgbClr val="7030A0"/>
                </a:solidFill>
              </a:rPr>
              <a:t>Cântico de Zacarias</a:t>
            </a:r>
            <a:br>
              <a:rPr lang="pt-BR" altLang="pt-BR" sz="3200">
                <a:solidFill>
                  <a:srgbClr val="00B050"/>
                </a:solidFill>
              </a:rPr>
            </a:br>
            <a:r>
              <a:rPr lang="pt-BR" altLang="pt-BR" sz="2400"/>
              <a:t>Lc 1,68-78 – Letra: D. Marcos Barbosa – Melodia: Pe. Ney B. Pereira</a:t>
            </a:r>
          </a:p>
        </p:txBody>
      </p:sp>
      <p:sp>
        <p:nvSpPr>
          <p:cNvPr id="48131" name="Subtítulo 2">
            <a:extLst>
              <a:ext uri="{FF2B5EF4-FFF2-40B4-BE49-F238E27FC236}">
                <a16:creationId xmlns:a16="http://schemas.microsoft.com/office/drawing/2014/main" id="{5A1CC119-ACCC-1662-6558-262567EC576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95439" y="1916114"/>
            <a:ext cx="9037637" cy="4897437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800" b="1"/>
              <a:t>BENDITO SEJA O SENHOR, DEUS DE ISRAEL:/ ELE VISITA O SEU POVO E NOS SALVA!</a:t>
            </a:r>
          </a:p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400"/>
              <a:t>1. FORÇA E SALVAÇÃO SUSCITA EM NÓS * DA CASA DE DAVI, SEU SERVIDOR,/ CONFORME ANUNCIARA EM TEMPOS IDOS, * PELA BOCA DOS SANTOS, SEUS PROFETAS!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ítulo 1">
            <a:extLst>
              <a:ext uri="{FF2B5EF4-FFF2-40B4-BE49-F238E27FC236}">
                <a16:creationId xmlns:a16="http://schemas.microsoft.com/office/drawing/2014/main" id="{174C3BAB-5665-E95B-168D-0F8C6028A186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666875" y="44450"/>
            <a:ext cx="8966200" cy="711200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0000"/>
              </a:lnSpc>
            </a:pPr>
            <a:r>
              <a:rPr lang="pt-BR" altLang="pt-BR" sz="3200">
                <a:solidFill>
                  <a:srgbClr val="7030A0"/>
                </a:solidFill>
              </a:rPr>
              <a:t>Cântico de Zacarias</a:t>
            </a:r>
            <a:br>
              <a:rPr lang="pt-BR" altLang="pt-BR" sz="3200">
                <a:solidFill>
                  <a:srgbClr val="00B050"/>
                </a:solidFill>
              </a:rPr>
            </a:br>
            <a:r>
              <a:rPr lang="pt-BR" altLang="pt-BR" sz="2400"/>
              <a:t>Lc 1,68-78 – Letra: D. Marcos Barbosa – Melodia: Pe. Ney B. Pereira</a:t>
            </a:r>
          </a:p>
        </p:txBody>
      </p:sp>
      <p:sp>
        <p:nvSpPr>
          <p:cNvPr id="49155" name="Subtítulo 2">
            <a:extLst>
              <a:ext uri="{FF2B5EF4-FFF2-40B4-BE49-F238E27FC236}">
                <a16:creationId xmlns:a16="http://schemas.microsoft.com/office/drawing/2014/main" id="{2C98D36D-08CF-4E30-E80C-74FF8DB6085D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95439" y="1916114"/>
            <a:ext cx="9037637" cy="4897437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800" b="1"/>
              <a:t>BENDITO SEJA O SENHOR, DEUS DE ISRAEL:/ ELE VISITA O SEU POVO E NOS SALVA!</a:t>
            </a:r>
          </a:p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400"/>
              <a:t>2. A SUA SALVAÇÃO NOS ARREBATA * ARRANCA-NOS DAS MÃOS DOS INIMIGOS./ PELO AMOR QUE JUROU A NOSSOS PAIS, * PELA SANTA ALIANÇA QUE ELE FEZ!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ítulo 1">
            <a:extLst>
              <a:ext uri="{FF2B5EF4-FFF2-40B4-BE49-F238E27FC236}">
                <a16:creationId xmlns:a16="http://schemas.microsoft.com/office/drawing/2014/main" id="{34A6D196-6AFF-AF60-02BA-F39D86F98B25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666875" y="44450"/>
            <a:ext cx="8966200" cy="711200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0000"/>
              </a:lnSpc>
            </a:pPr>
            <a:r>
              <a:rPr lang="pt-BR" altLang="pt-BR" sz="3200">
                <a:solidFill>
                  <a:srgbClr val="7030A0"/>
                </a:solidFill>
              </a:rPr>
              <a:t>Cântico de Zacarias</a:t>
            </a:r>
            <a:br>
              <a:rPr lang="pt-BR" altLang="pt-BR" sz="3200">
                <a:solidFill>
                  <a:srgbClr val="00B050"/>
                </a:solidFill>
              </a:rPr>
            </a:br>
            <a:r>
              <a:rPr lang="pt-BR" altLang="pt-BR" sz="2400"/>
              <a:t>Lc 1,68-78 – Letra: D. Marcos Barbosa – Melodia: Pe. Ney B. Pereira</a:t>
            </a:r>
          </a:p>
        </p:txBody>
      </p:sp>
      <p:sp>
        <p:nvSpPr>
          <p:cNvPr id="50179" name="Subtítulo 2">
            <a:extLst>
              <a:ext uri="{FF2B5EF4-FFF2-40B4-BE49-F238E27FC236}">
                <a16:creationId xmlns:a16="http://schemas.microsoft.com/office/drawing/2014/main" id="{2FEA5EF1-7F4E-1E80-9CCC-127AD813D0BD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95439" y="1916114"/>
            <a:ext cx="9037637" cy="4897437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800" b="1"/>
              <a:t>BENDITO SEJA O SENHOR, DEUS DE ISRAEL:/ ELE VISITA O SEU POVO E NOS SALVA!</a:t>
            </a:r>
          </a:p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400"/>
              <a:t>3. A NOSSO PAI ABRAÃO JUROU LIVRAR-NOS * DO MEDO E DO TEMOR DOS INIMIGOS,/ A FIM DE QUE O SIRVAMOS PARA SEMPRE, * DIANTE DELE, EM JUSTIÇA E SANTIDADE!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ítulo 1">
            <a:extLst>
              <a:ext uri="{FF2B5EF4-FFF2-40B4-BE49-F238E27FC236}">
                <a16:creationId xmlns:a16="http://schemas.microsoft.com/office/drawing/2014/main" id="{1F51C83A-57B6-1E21-BCC5-A2996137DD5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666875" y="44450"/>
            <a:ext cx="8966200" cy="711200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0000"/>
              </a:lnSpc>
            </a:pPr>
            <a:r>
              <a:rPr lang="pt-BR" altLang="pt-BR" sz="3200">
                <a:solidFill>
                  <a:srgbClr val="7030A0"/>
                </a:solidFill>
              </a:rPr>
              <a:t>Cântico de Zacarias</a:t>
            </a:r>
            <a:br>
              <a:rPr lang="pt-BR" altLang="pt-BR" sz="3200">
                <a:solidFill>
                  <a:srgbClr val="00B050"/>
                </a:solidFill>
              </a:rPr>
            </a:br>
            <a:r>
              <a:rPr lang="pt-BR" altLang="pt-BR" sz="2400"/>
              <a:t>Lc 1,68-78 – Letra: D. Marcos Barbosa – Melodia: Pe. Ney B. Pereira</a:t>
            </a:r>
          </a:p>
        </p:txBody>
      </p:sp>
      <p:sp>
        <p:nvSpPr>
          <p:cNvPr id="51203" name="Subtítulo 2">
            <a:extLst>
              <a:ext uri="{FF2B5EF4-FFF2-40B4-BE49-F238E27FC236}">
                <a16:creationId xmlns:a16="http://schemas.microsoft.com/office/drawing/2014/main" id="{746B9E11-4361-345B-8968-F32866F1F911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95439" y="1341438"/>
            <a:ext cx="9037637" cy="5472112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800" b="1"/>
              <a:t>BENDITO SEJA O SENHOR, DEUS DE ISRAEL:/ ELE VISITA O SEU POVO E NOS SALVA!</a:t>
            </a:r>
          </a:p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400"/>
              <a:t>4. E TU, MENINO, TU SERÁS CHAMADO * COM O NOME DE PROFETA DO ALTÍSSIMO:/ TU IRÁS ANTE A FACE DO SENHOR, * À SUA FRENTE, PREPARANDO-LHE OS CAMINHOS!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ítulo 1">
            <a:extLst>
              <a:ext uri="{FF2B5EF4-FFF2-40B4-BE49-F238E27FC236}">
                <a16:creationId xmlns:a16="http://schemas.microsoft.com/office/drawing/2014/main" id="{310640F6-6EB2-0E16-E326-50CE937F003C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666875" y="44450"/>
            <a:ext cx="8966200" cy="711200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0000"/>
              </a:lnSpc>
            </a:pPr>
            <a:r>
              <a:rPr lang="pt-BR" altLang="pt-BR" sz="3200">
                <a:solidFill>
                  <a:srgbClr val="7030A0"/>
                </a:solidFill>
              </a:rPr>
              <a:t>Cântico de Zacarias</a:t>
            </a:r>
            <a:br>
              <a:rPr lang="pt-BR" altLang="pt-BR" sz="3200">
                <a:solidFill>
                  <a:srgbClr val="00B050"/>
                </a:solidFill>
              </a:rPr>
            </a:br>
            <a:r>
              <a:rPr lang="pt-BR" altLang="pt-BR" sz="2400"/>
              <a:t>Lc 1,68-78 – Letra: D. Marcos Barbosa – Melodia: Pe. Ney B. Pereira</a:t>
            </a:r>
          </a:p>
        </p:txBody>
      </p:sp>
      <p:sp>
        <p:nvSpPr>
          <p:cNvPr id="52227" name="Subtítulo 2">
            <a:extLst>
              <a:ext uri="{FF2B5EF4-FFF2-40B4-BE49-F238E27FC236}">
                <a16:creationId xmlns:a16="http://schemas.microsoft.com/office/drawing/2014/main" id="{0FCAAC33-96D0-2455-18E9-F8C90374E485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95439" y="1916114"/>
            <a:ext cx="9037637" cy="4897437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800" b="1"/>
              <a:t>BENDITO SEJA O SENHOR, DEUS DE ISRAEL:/ ELE VISITA O SEU POVO E NOS SALVA!</a:t>
            </a:r>
          </a:p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400"/>
              <a:t>5. ANUNCIANDO A SEU POVO A SALVAÇÃO, * A SEU POVO O PERDÃO DOS PECADOS,/ GRAÇAS À COMPAIXÃO DO NOSSO DEUS, * O NOSSO DEUS QUE VEM NOS VISITAR!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ítulo 1">
            <a:extLst>
              <a:ext uri="{FF2B5EF4-FFF2-40B4-BE49-F238E27FC236}">
                <a16:creationId xmlns:a16="http://schemas.microsoft.com/office/drawing/2014/main" id="{FDE3374D-37B5-38F1-15BE-E6B0DB7F6E05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666875" y="44450"/>
            <a:ext cx="8966200" cy="711200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0000"/>
              </a:lnSpc>
            </a:pPr>
            <a:r>
              <a:rPr lang="pt-BR" altLang="pt-BR" sz="3200">
                <a:solidFill>
                  <a:srgbClr val="7030A0"/>
                </a:solidFill>
              </a:rPr>
              <a:t>Cântico de Zacarias</a:t>
            </a:r>
            <a:br>
              <a:rPr lang="pt-BR" altLang="pt-BR" sz="3200">
                <a:solidFill>
                  <a:srgbClr val="00B050"/>
                </a:solidFill>
              </a:rPr>
            </a:br>
            <a:r>
              <a:rPr lang="pt-BR" altLang="pt-BR" sz="2400"/>
              <a:t>Lc 1,68-78 – Letra: D. Marcos Barbosa – Melodia: Pe. Ney B. Pereira</a:t>
            </a:r>
          </a:p>
        </p:txBody>
      </p:sp>
      <p:sp>
        <p:nvSpPr>
          <p:cNvPr id="53251" name="Subtítulo 2">
            <a:extLst>
              <a:ext uri="{FF2B5EF4-FFF2-40B4-BE49-F238E27FC236}">
                <a16:creationId xmlns:a16="http://schemas.microsoft.com/office/drawing/2014/main" id="{D4B12D77-7DE5-FBAD-6F43-DEC5D44988C3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95439" y="1916114"/>
            <a:ext cx="9037637" cy="4897437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800" b="1"/>
              <a:t>BENDITO SEJA O SENHOR, DEUS DE ISRAEL:/ ELE VISITA O SEU POVO E NOS SALVA!</a:t>
            </a:r>
          </a:p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400"/>
              <a:t>6. ELE É A LUZ QUE VEM DO ALTO, O SOL NASCENTE * POR SOBRE OS QUE JAZEM NAS TREVAS,/ E GUIA OS NOSSOS PASSOS PARA SEMPRE, * PARA SEMPRE NO CAMINHO DA PAZ!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ítulo 1">
            <a:extLst>
              <a:ext uri="{FF2B5EF4-FFF2-40B4-BE49-F238E27FC236}">
                <a16:creationId xmlns:a16="http://schemas.microsoft.com/office/drawing/2014/main" id="{CBD6FFB5-57E3-F7C7-7CD0-3D7AE09AC298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666875" y="44450"/>
            <a:ext cx="8966200" cy="711200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0000"/>
              </a:lnSpc>
            </a:pPr>
            <a:r>
              <a:rPr lang="pt-BR" altLang="pt-BR" sz="3200">
                <a:solidFill>
                  <a:srgbClr val="7030A0"/>
                </a:solidFill>
              </a:rPr>
              <a:t>Cântico de Zacarias</a:t>
            </a:r>
            <a:br>
              <a:rPr lang="pt-BR" altLang="pt-BR" sz="3200">
                <a:solidFill>
                  <a:srgbClr val="00B050"/>
                </a:solidFill>
              </a:rPr>
            </a:br>
            <a:r>
              <a:rPr lang="pt-BR" altLang="pt-BR" sz="2400"/>
              <a:t>Lc 1,68-78 – Letra: D. Marcos Barbosa – Melodia: Pe. Ney B. Pereira</a:t>
            </a:r>
          </a:p>
        </p:txBody>
      </p:sp>
      <p:sp>
        <p:nvSpPr>
          <p:cNvPr id="54275" name="Subtítulo 2">
            <a:extLst>
              <a:ext uri="{FF2B5EF4-FFF2-40B4-BE49-F238E27FC236}">
                <a16:creationId xmlns:a16="http://schemas.microsoft.com/office/drawing/2014/main" id="{F8058801-8C6D-9106-45D1-61BB6E28E33A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95439" y="1916114"/>
            <a:ext cx="9037637" cy="4897437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800" b="1"/>
              <a:t>BENDITO SEJA O SENHOR, DEUS DE ISRAEL:/ ELE VISITA O SEU POVO E NOS SALVA!</a:t>
            </a:r>
          </a:p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400"/>
              <a:t>7. GLÓRIA AO PAI, AO FILHO E AO SANTO ESPÍRITO, * LOUVOR DESDE AGORA E PARA SEMPRE,/ AO DEUS QUE É, QUE ERA E QUE VEM, * AGORA E PELOS SÉCULOS, AMÉM!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>
            <a:extLst>
              <a:ext uri="{FF2B5EF4-FFF2-40B4-BE49-F238E27FC236}">
                <a16:creationId xmlns:a16="http://schemas.microsoft.com/office/drawing/2014/main" id="{A1980E8D-7B4B-CAF4-4D40-43BAA9FE9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764"/>
            <a:ext cx="9144000" cy="6924675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pt-BR" sz="2571" b="1" dirty="0">
                <a:solidFill>
                  <a:srgbClr val="111111"/>
                </a:solidFill>
              </a:rPr>
              <a:t>Oração a Santo Antônio</a:t>
            </a:r>
          </a:p>
          <a:p>
            <a:pPr algn="ctr" eaLnBrk="1" hangingPunct="1">
              <a:defRPr/>
            </a:pPr>
            <a:endParaRPr lang="pt-BR" sz="500" b="1" dirty="0">
              <a:solidFill>
                <a:srgbClr val="111111"/>
              </a:solidFill>
            </a:endParaRPr>
          </a:p>
          <a:p>
            <a:pPr algn="ctr" eaLnBrk="1" hangingPunct="1">
              <a:defRPr/>
            </a:pPr>
            <a:endParaRPr lang="pt-BR" sz="4286" b="1" dirty="0">
              <a:solidFill>
                <a:srgbClr val="111111"/>
              </a:solidFill>
            </a:endParaRPr>
          </a:p>
          <a:p>
            <a:pPr algn="ctr" eaLnBrk="1" hangingPunct="1">
              <a:defRPr/>
            </a:pPr>
            <a:endParaRPr lang="pt-BR" sz="4286" b="1" dirty="0">
              <a:solidFill>
                <a:srgbClr val="111111"/>
              </a:solidFill>
            </a:endParaRPr>
          </a:p>
          <a:p>
            <a:pPr algn="ctr" eaLnBrk="1" hangingPunct="1">
              <a:defRPr/>
            </a:pPr>
            <a:endParaRPr lang="pt-BR" sz="2929" b="1" dirty="0">
              <a:solidFill>
                <a:srgbClr val="111111"/>
              </a:solidFill>
            </a:endParaRPr>
          </a:p>
          <a:p>
            <a:pPr algn="ctr" eaLnBrk="1" hangingPunct="1">
              <a:defRPr/>
            </a:pPr>
            <a:r>
              <a:rPr lang="pt-BR" sz="4286" b="1" dirty="0">
                <a:solidFill>
                  <a:srgbClr val="111111"/>
                </a:solidFill>
              </a:rPr>
              <a:t>Santo Antônio, vós sois um dos grandes amigos de Deus.  O mundo inteiro vos venera como o Santo da aliança e da intimidade com Deus.  Fostes um grande pregador e missionário de Cristo.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3">
            <a:extLst>
              <a:ext uri="{FF2B5EF4-FFF2-40B4-BE49-F238E27FC236}">
                <a16:creationId xmlns:a16="http://schemas.microsoft.com/office/drawing/2014/main" id="{958D3ED2-3354-1EA2-DF4F-EA6E339A4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873376"/>
            <a:ext cx="9144000" cy="4022725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20000"/>
              </a:lnSpc>
              <a:defRPr/>
            </a:pPr>
            <a:r>
              <a:rPr lang="pt-BR" sz="4286" b="1" dirty="0">
                <a:solidFill>
                  <a:prstClr val="black"/>
                </a:solidFill>
              </a:rPr>
              <a:t>Ajudai-me a viver de acordo com o vosso modelo e a levar aos meus irmãos e irmãs a mensagem da aliança, do Evangelho e do amor de Jesus Cristo.</a:t>
            </a:r>
            <a:endParaRPr lang="pt-BR" sz="4286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3">
            <a:extLst>
              <a:ext uri="{FF2B5EF4-FFF2-40B4-BE49-F238E27FC236}">
                <a16:creationId xmlns:a16="http://schemas.microsoft.com/office/drawing/2014/main" id="{920CC8C3-4920-FFE5-1A99-F3221BEBE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046538"/>
            <a:ext cx="9144000" cy="2703512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4286" b="1" dirty="0">
                <a:solidFill>
                  <a:prstClr val="black"/>
                </a:solidFill>
              </a:rPr>
              <a:t>Defendei-me de todos os perigos.  Fortalecei a mim e ao meu lar, em todas as tribulações. Protegei os meus empreendimentos.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>
            <a:extLst>
              <a:ext uri="{FF2B5EF4-FFF2-40B4-BE49-F238E27FC236}">
                <a16:creationId xmlns:a16="http://schemas.microsoft.com/office/drawing/2014/main" id="{65207515-B6F1-EFE4-9EB6-2906A936F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220914"/>
            <a:ext cx="9144000" cy="4681537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4286" b="1">
                <a:solidFill>
                  <a:prstClr val="black"/>
                </a:solidFill>
              </a:rPr>
              <a:t>Intercedei para que eu tenha saúde, prosperidade, harmonia, alegria e paz.  Inspirai-me na prática do bem e ajudai-me a alcançar a vida eterna.</a:t>
            </a:r>
          </a:p>
          <a:p>
            <a:pPr algn="ctr" eaLnBrk="1" hangingPunct="1">
              <a:defRPr/>
            </a:pPr>
            <a:endParaRPr lang="pt-BR" sz="4286" b="1">
              <a:solidFill>
                <a:prstClr val="black"/>
              </a:solidFill>
            </a:endParaRPr>
          </a:p>
          <a:p>
            <a:pPr algn="r" eaLnBrk="1" hangingPunct="1">
              <a:defRPr/>
            </a:pPr>
            <a:r>
              <a:rPr lang="pt-BR" sz="4286" b="1">
                <a:solidFill>
                  <a:prstClr val="black"/>
                </a:solidFill>
              </a:rPr>
              <a:t>Amém.</a:t>
            </a:r>
            <a:r>
              <a:rPr lang="pt-BR" sz="4286">
                <a:solidFill>
                  <a:srgbClr val="FFFF00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>
            <a:extLst>
              <a:ext uri="{FF2B5EF4-FFF2-40B4-BE49-F238E27FC236}">
                <a16:creationId xmlns:a16="http://schemas.microsoft.com/office/drawing/2014/main" id="{954C5DB9-D96A-DC8A-165C-C12FF0A46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5726"/>
            <a:ext cx="9144000" cy="6486525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sz="4286" b="1" i="1" dirty="0">
              <a:solidFill>
                <a:srgbClr val="FFFF00"/>
              </a:solidFill>
            </a:endParaRPr>
          </a:p>
          <a:p>
            <a:pPr algn="ctr" eaLnBrk="1" hangingPunct="1">
              <a:defRPr/>
            </a:pPr>
            <a:r>
              <a:rPr lang="pt-BR" sz="4286" b="1" i="1" dirty="0">
                <a:solidFill>
                  <a:prstClr val="black"/>
                </a:solidFill>
              </a:rPr>
              <a:t>Responsório de Santo Antônio</a:t>
            </a:r>
          </a:p>
          <a:p>
            <a:pPr algn="ctr" eaLnBrk="1" hangingPunct="1">
              <a:defRPr/>
            </a:pPr>
            <a:endParaRPr lang="pt-BR" sz="4286" b="1" dirty="0">
              <a:solidFill>
                <a:srgbClr val="009DD9"/>
              </a:solidFill>
            </a:endParaRPr>
          </a:p>
          <a:p>
            <a:pPr algn="ctr" eaLnBrk="1" hangingPunct="1">
              <a:defRPr/>
            </a:pPr>
            <a:endParaRPr lang="pt-BR" sz="4286" b="1" dirty="0">
              <a:solidFill>
                <a:srgbClr val="009DD9"/>
              </a:solidFill>
            </a:endParaRPr>
          </a:p>
          <a:p>
            <a:pPr algn="ctr" eaLnBrk="1" hangingPunct="1">
              <a:defRPr/>
            </a:pPr>
            <a:endParaRPr lang="pt-BR" sz="3143" b="1" dirty="0">
              <a:solidFill>
                <a:srgbClr val="009DD9"/>
              </a:solidFill>
            </a:endParaRPr>
          </a:p>
          <a:p>
            <a:pPr algn="ctr" eaLnBrk="1" hangingPunct="1">
              <a:defRPr/>
            </a:pPr>
            <a:endParaRPr lang="pt-BR" sz="4286" b="1" dirty="0">
              <a:solidFill>
                <a:srgbClr val="009DD9"/>
              </a:solidFill>
            </a:endParaRPr>
          </a:p>
          <a:p>
            <a:pPr algn="ctr" eaLnBrk="1" hangingPunct="1">
              <a:defRPr/>
            </a:pPr>
            <a:r>
              <a:rPr lang="pt-BR" sz="4286" b="1" dirty="0">
                <a:solidFill>
                  <a:prstClr val="black"/>
                </a:solidFill>
              </a:rPr>
              <a:t>1- Se milagres tu procuras. / Vai, recorre a Santo Antônio: / Verás fugir as maldades / e as tentações do demônio.</a:t>
            </a:r>
            <a:endParaRPr lang="pt-BR" sz="4286" b="1" i="1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>
            <a:extLst>
              <a:ext uri="{FF2B5EF4-FFF2-40B4-BE49-F238E27FC236}">
                <a16:creationId xmlns:a16="http://schemas.microsoft.com/office/drawing/2014/main" id="{F4A6524C-3C68-357D-5563-09066BB9E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181476"/>
            <a:ext cx="9144000" cy="2703513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4286" b="1" i="1">
                <a:solidFill>
                  <a:prstClr val="black"/>
                </a:solidFill>
              </a:rPr>
              <a:t>Faz encontrar o perdido, rompe a grade da prisão,  cede o mar embravecido, silencia a voz do trovão.</a:t>
            </a:r>
            <a:r>
              <a:rPr lang="pt-BR" sz="4286">
                <a:solidFill>
                  <a:prstClr val="black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>
            <a:extLst>
              <a:ext uri="{FF2B5EF4-FFF2-40B4-BE49-F238E27FC236}">
                <a16:creationId xmlns:a16="http://schemas.microsoft.com/office/drawing/2014/main" id="{28BE3430-6C31-3EA6-348B-463D7B6BB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994151"/>
            <a:ext cx="9144000" cy="3363913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4286" b="1">
                <a:solidFill>
                  <a:prstClr val="black"/>
                </a:solidFill>
              </a:rPr>
              <a:t>2- Em graças são transformados, / todos os males humanos. / Provam-no todos os homens, / sobretudo os paduanos.</a:t>
            </a:r>
          </a:p>
          <a:p>
            <a:pPr algn="ctr" eaLnBrk="1" hangingPunct="1">
              <a:defRPr/>
            </a:pPr>
            <a:endParaRPr lang="pt-BR" sz="4286" b="1" i="1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>
            <a:extLst>
              <a:ext uri="{FF2B5EF4-FFF2-40B4-BE49-F238E27FC236}">
                <a16:creationId xmlns:a16="http://schemas.microsoft.com/office/drawing/2014/main" id="{AB4CA302-2C8B-FF83-6BDE-4D202AC34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181476"/>
            <a:ext cx="9144000" cy="2703513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4286" b="1" i="1">
                <a:solidFill>
                  <a:prstClr val="black"/>
                </a:solidFill>
              </a:rPr>
              <a:t>Faz encontrar o perdido, rompe a grade da prisão,  cede o mar embravecido, silencia a voz do trovão.</a:t>
            </a:r>
            <a:r>
              <a:rPr lang="pt-BR" sz="4286">
                <a:solidFill>
                  <a:prstClr val="black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>
            <a:extLst>
              <a:ext uri="{FF2B5EF4-FFF2-40B4-BE49-F238E27FC236}">
                <a16:creationId xmlns:a16="http://schemas.microsoft.com/office/drawing/2014/main" id="{AADB5AF9-489B-A9D5-C3D5-C575C7410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149726"/>
            <a:ext cx="9144000" cy="3362325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4286" b="1">
                <a:solidFill>
                  <a:prstClr val="black"/>
                </a:solidFill>
              </a:rPr>
              <a:t>3- Foge a peste, o erro, a morte / de Antônio a invocação. / O fraco torna-se forte / e o enfermo se torna são.</a:t>
            </a:r>
          </a:p>
          <a:p>
            <a:pPr algn="ctr" eaLnBrk="1" hangingPunct="1">
              <a:defRPr/>
            </a:pPr>
            <a:endParaRPr lang="pt-BR" sz="4286" b="1" i="1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>
            <a:extLst>
              <a:ext uri="{FF2B5EF4-FFF2-40B4-BE49-F238E27FC236}">
                <a16:creationId xmlns:a16="http://schemas.microsoft.com/office/drawing/2014/main" id="{6B934830-3350-C40C-4B04-AA9E03EF0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181476"/>
            <a:ext cx="9144000" cy="2703513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4286" b="1" i="1">
                <a:solidFill>
                  <a:prstClr val="black"/>
                </a:solidFill>
              </a:rPr>
              <a:t>Faz encontrar o perdido, rompe a grade da prisão,  cede o mar embravecido, silencia a voz do trovão.</a:t>
            </a:r>
            <a:r>
              <a:rPr lang="pt-BR" sz="4286">
                <a:solidFill>
                  <a:prstClr val="black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>
            <a:extLst>
              <a:ext uri="{FF2B5EF4-FFF2-40B4-BE49-F238E27FC236}">
                <a16:creationId xmlns:a16="http://schemas.microsoft.com/office/drawing/2014/main" id="{10828F3D-BE1C-24A4-D187-E289363C86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943351"/>
            <a:ext cx="9144000" cy="3363913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4286" b="1" i="1">
                <a:solidFill>
                  <a:prstClr val="black"/>
                </a:solidFill>
              </a:rPr>
              <a:t>4- </a:t>
            </a:r>
            <a:r>
              <a:rPr lang="pt-BR" sz="4286" b="1">
                <a:solidFill>
                  <a:prstClr val="black"/>
                </a:solidFill>
              </a:rPr>
              <a:t>Glória ao Pai e a Jesus Cristo, / e ao Espírito também, / com quem vive Santo Antônio, / pelos séculos. Amém.</a:t>
            </a:r>
          </a:p>
          <a:p>
            <a:pPr algn="ctr" eaLnBrk="1" hangingPunct="1">
              <a:defRPr/>
            </a:pPr>
            <a:r>
              <a:rPr lang="pt-BR" sz="4286">
                <a:solidFill>
                  <a:prstClr val="black"/>
                </a:solidFill>
              </a:rPr>
              <a:t> </a:t>
            </a:r>
            <a:endParaRPr lang="pt-BR" sz="4286" b="1" i="1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>
            <a:extLst>
              <a:ext uri="{FF2B5EF4-FFF2-40B4-BE49-F238E27FC236}">
                <a16:creationId xmlns:a16="http://schemas.microsoft.com/office/drawing/2014/main" id="{18807067-CBB1-6020-17BD-26BBB5C2B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181476"/>
            <a:ext cx="9144000" cy="2703513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4286" b="1" i="1">
                <a:solidFill>
                  <a:prstClr val="black"/>
                </a:solidFill>
              </a:rPr>
              <a:t>Faz encontrar o perdido, rompe a grade da prisão,  cede o mar embravecido, silencia a voz do trovão.</a:t>
            </a:r>
            <a:r>
              <a:rPr lang="pt-BR" sz="4286">
                <a:solidFill>
                  <a:prstClr val="black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>
            <a:extLst>
              <a:ext uri="{FF2B5EF4-FFF2-40B4-BE49-F238E27FC236}">
                <a16:creationId xmlns:a16="http://schemas.microsoft.com/office/drawing/2014/main" id="{4950CA20-8F2A-7082-B71F-D4CA39070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137026"/>
            <a:ext cx="9144000" cy="2747963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4286">
                <a:solidFill>
                  <a:prstClr val="black"/>
                </a:solidFill>
              </a:rPr>
              <a:t>C: Rogai por nós Santo Antônio.</a:t>
            </a:r>
          </a:p>
          <a:p>
            <a:pPr algn="ctr" eaLnBrk="1" hangingPunct="1">
              <a:defRPr/>
            </a:pPr>
            <a:endParaRPr lang="pt-BR" sz="2286">
              <a:solidFill>
                <a:prstClr val="black"/>
              </a:solidFill>
            </a:endParaRPr>
          </a:p>
          <a:p>
            <a:pPr algn="ctr" eaLnBrk="1" hangingPunct="1">
              <a:defRPr/>
            </a:pPr>
            <a:r>
              <a:rPr lang="pt-BR" sz="2286">
                <a:solidFill>
                  <a:prstClr val="black"/>
                </a:solidFill>
              </a:rPr>
              <a:t> </a:t>
            </a:r>
          </a:p>
          <a:p>
            <a:pPr algn="ctr" eaLnBrk="1" hangingPunct="1">
              <a:defRPr/>
            </a:pPr>
            <a:r>
              <a:rPr lang="pt-BR" sz="4286" b="1">
                <a:solidFill>
                  <a:prstClr val="black"/>
                </a:solidFill>
              </a:rPr>
              <a:t>T: Para que sejamos dignos das promessas de Cristo.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>
            <a:extLst>
              <a:ext uri="{FF2B5EF4-FFF2-40B4-BE49-F238E27FC236}">
                <a16:creationId xmlns:a16="http://schemas.microsoft.com/office/drawing/2014/main" id="{A9AC50CD-553F-7DC7-954B-312132AFE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5726"/>
            <a:ext cx="9144000" cy="3332163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pt-BR" sz="3929" b="1">
                <a:solidFill>
                  <a:prstClr val="black"/>
                </a:solidFill>
              </a:rPr>
              <a:t>Oremos:	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pt-BR" sz="3929">
                <a:solidFill>
                  <a:prstClr val="black"/>
                </a:solidFill>
              </a:rPr>
              <a:t>Nós vos suplicamos, ó Deus, que pela intercessão de Santo Antônio, vosso confessor e doutor, sejamos fortalecidos com os auxílios espirituais de que necessitamos, </a:t>
            </a:r>
          </a:p>
        </p:txBody>
      </p:sp>
      <p:sp>
        <p:nvSpPr>
          <p:cNvPr id="18435" name="Text Box 3">
            <a:extLst>
              <a:ext uri="{FF2B5EF4-FFF2-40B4-BE49-F238E27FC236}">
                <a16:creationId xmlns:a16="http://schemas.microsoft.com/office/drawing/2014/main" id="{6AEAD8F1-93E9-6321-5996-F29BF01B8A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275013"/>
            <a:ext cx="9144000" cy="3657600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pt-BR" sz="3929">
                <a:solidFill>
                  <a:prstClr val="black"/>
                </a:solidFill>
              </a:rPr>
              <a:t>para percorrermos em paz os caminhos desta vida e alcançarmos as alegrias da vida eterna. Por Nosso Senhor Jesus Cristo, Vosso Filho, na Unidade do Espírito Santo.</a:t>
            </a:r>
          </a:p>
          <a:p>
            <a:pPr algn="r" eaLnBrk="1" hangingPunct="1">
              <a:lnSpc>
                <a:spcPct val="90000"/>
              </a:lnSpc>
              <a:defRPr/>
            </a:pPr>
            <a:endParaRPr lang="pt-BR" sz="2357">
              <a:solidFill>
                <a:prstClr val="black"/>
              </a:solidFill>
            </a:endParaRPr>
          </a:p>
          <a:p>
            <a:pPr algn="r" eaLnBrk="1" hangingPunct="1">
              <a:lnSpc>
                <a:spcPct val="90000"/>
              </a:lnSpc>
              <a:defRPr/>
            </a:pPr>
            <a:r>
              <a:rPr lang="pt-BR" sz="3929">
                <a:solidFill>
                  <a:prstClr val="black"/>
                </a:solidFill>
              </a:rPr>
              <a:t>Amém.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>
            <a:extLst>
              <a:ext uri="{FF2B5EF4-FFF2-40B4-BE49-F238E27FC236}">
                <a16:creationId xmlns:a16="http://schemas.microsoft.com/office/drawing/2014/main" id="{2A667A38-AD8E-CA36-1E15-4A5471B97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3471" y="0"/>
            <a:ext cx="9144000" cy="6717124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pt-BR" sz="3929" dirty="0">
                <a:solidFill>
                  <a:prstClr val="black"/>
                </a:solidFill>
                <a:effectLst>
                  <a:glow rad="381000">
                    <a:srgbClr val="FFE98B"/>
                  </a:glow>
                </a:effectLst>
              </a:rPr>
              <a:t>Benção dos pães</a:t>
            </a:r>
          </a:p>
          <a:p>
            <a:pPr algn="ctr" eaLnBrk="1" hangingPunct="1">
              <a:defRPr/>
            </a:pPr>
            <a:endParaRPr lang="pt-BR" sz="3929" dirty="0">
              <a:solidFill>
                <a:prstClr val="black"/>
              </a:solidFill>
              <a:effectLst>
                <a:glow rad="381000">
                  <a:srgbClr val="FFE98B"/>
                </a:glow>
              </a:effectLst>
            </a:endParaRPr>
          </a:p>
          <a:p>
            <a:pPr algn="ctr" eaLnBrk="1" hangingPunct="1">
              <a:defRPr/>
            </a:pPr>
            <a:endParaRPr lang="pt-BR" sz="3929" dirty="0">
              <a:solidFill>
                <a:prstClr val="black"/>
              </a:solidFill>
              <a:effectLst>
                <a:glow rad="381000">
                  <a:srgbClr val="FFE98B"/>
                </a:glow>
              </a:effectLst>
            </a:endParaRPr>
          </a:p>
          <a:p>
            <a:pPr algn="ctr" eaLnBrk="1" hangingPunct="1">
              <a:defRPr/>
            </a:pPr>
            <a:r>
              <a:rPr lang="pt-BR" sz="3929" dirty="0">
                <a:solidFill>
                  <a:prstClr val="black"/>
                </a:solidFill>
                <a:effectLst>
                  <a:glow rad="381000">
                    <a:srgbClr val="FFE98B"/>
                  </a:glow>
                </a:effectLst>
              </a:rPr>
              <a:t>C: A nossa proteção está no nome do Senhor.</a:t>
            </a:r>
          </a:p>
          <a:p>
            <a:pPr algn="ctr" eaLnBrk="1" hangingPunct="1">
              <a:defRPr/>
            </a:pPr>
            <a:endParaRPr lang="pt-BR" sz="3929" dirty="0">
              <a:solidFill>
                <a:prstClr val="black"/>
              </a:solidFill>
              <a:effectLst>
                <a:glow rad="381000">
                  <a:srgbClr val="FFE98B"/>
                </a:glow>
              </a:effectLst>
            </a:endParaRPr>
          </a:p>
          <a:p>
            <a:pPr algn="ctr" eaLnBrk="1" hangingPunct="1">
              <a:defRPr/>
            </a:pPr>
            <a:r>
              <a:rPr lang="pt-BR" sz="3929" dirty="0">
                <a:solidFill>
                  <a:prstClr val="black"/>
                </a:solidFill>
                <a:effectLst>
                  <a:glow rad="381000">
                    <a:srgbClr val="FFE98B"/>
                  </a:glow>
                </a:effectLst>
              </a:rPr>
              <a:t>T: Que fez o céu e a terra.</a:t>
            </a:r>
          </a:p>
          <a:p>
            <a:pPr algn="ctr" eaLnBrk="1" hangingPunct="1">
              <a:defRPr/>
            </a:pPr>
            <a:endParaRPr lang="pt-BR" sz="3929" dirty="0">
              <a:solidFill>
                <a:prstClr val="black"/>
              </a:solidFill>
              <a:effectLst>
                <a:glow rad="381000">
                  <a:srgbClr val="FFE98B"/>
                </a:glow>
              </a:effectLst>
            </a:endParaRPr>
          </a:p>
          <a:p>
            <a:pPr algn="ctr" eaLnBrk="1" hangingPunct="1">
              <a:defRPr/>
            </a:pPr>
            <a:r>
              <a:rPr lang="pt-BR" sz="3929" dirty="0">
                <a:solidFill>
                  <a:prstClr val="black"/>
                </a:solidFill>
                <a:effectLst>
                  <a:glow rad="381000">
                    <a:srgbClr val="FFE98B"/>
                  </a:glow>
                </a:effectLst>
              </a:rPr>
              <a:t>C: O Senhor esteja convosco.</a:t>
            </a:r>
          </a:p>
          <a:p>
            <a:pPr algn="ctr" eaLnBrk="1" hangingPunct="1">
              <a:defRPr/>
            </a:pPr>
            <a:endParaRPr lang="pt-BR" sz="3929" dirty="0">
              <a:solidFill>
                <a:prstClr val="black"/>
              </a:solidFill>
              <a:effectLst>
                <a:glow rad="381000">
                  <a:srgbClr val="FFE98B"/>
                </a:glow>
              </a:effectLst>
            </a:endParaRPr>
          </a:p>
          <a:p>
            <a:pPr algn="ctr" eaLnBrk="1" hangingPunct="1">
              <a:defRPr/>
            </a:pPr>
            <a:r>
              <a:rPr lang="pt-BR" sz="3929" dirty="0">
                <a:solidFill>
                  <a:prstClr val="black"/>
                </a:solidFill>
                <a:effectLst>
                  <a:glow rad="381000">
                    <a:srgbClr val="FFE98B"/>
                  </a:glow>
                </a:effectLst>
              </a:rPr>
              <a:t>T: Ele está no meio de nós.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>
            <a:extLst>
              <a:ext uri="{FF2B5EF4-FFF2-40B4-BE49-F238E27FC236}">
                <a16:creationId xmlns:a16="http://schemas.microsoft.com/office/drawing/2014/main" id="{BE3A1F18-8D6E-D953-3CA3-E92880348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52400"/>
            <a:ext cx="9144000" cy="7200900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3929" b="1" dirty="0">
                <a:solidFill>
                  <a:prstClr val="black"/>
                </a:solidFill>
                <a:effectLst>
                  <a:glow rad="381000">
                    <a:srgbClr val="FFE98B"/>
                  </a:glow>
                </a:effectLst>
              </a:rPr>
              <a:t>Oremos:</a:t>
            </a:r>
            <a:endParaRPr lang="pt-BR" sz="3929" dirty="0">
              <a:solidFill>
                <a:prstClr val="black"/>
              </a:solidFill>
              <a:effectLst>
                <a:glow rad="381000">
                  <a:srgbClr val="FFE98B"/>
                </a:glow>
              </a:effectLst>
            </a:endParaRPr>
          </a:p>
          <a:p>
            <a:pPr algn="ctr" eaLnBrk="1" hangingPunct="1">
              <a:lnSpc>
                <a:spcPct val="90000"/>
              </a:lnSpc>
              <a:defRPr/>
            </a:pPr>
            <a:r>
              <a:rPr lang="pt-BR" sz="3929" dirty="0">
                <a:solidFill>
                  <a:prstClr val="black"/>
                </a:solidFill>
                <a:effectLst>
                  <a:glow rad="381000">
                    <a:srgbClr val="FFE98B"/>
                  </a:glow>
                </a:effectLst>
              </a:rPr>
              <a:t>Senhor Jesus Cristo, Pão dos Anjos, Pão vivo da vida eterna, dignai-vos abençoar † estes pães assim como abençoastes os cinco pães no deserto, para que todos os que deles comerem, recebam saúde da alma e do corpo, paz e harmonia na família e possam partilhar, com os irmãos mais necessitados, os bens recebidos de Deus. Vós que viveis e reinais por todos os séculos dos séculos.  </a:t>
            </a:r>
            <a:r>
              <a:rPr lang="pt-BR" sz="3929" b="1" dirty="0">
                <a:solidFill>
                  <a:prstClr val="black"/>
                </a:solidFill>
                <a:effectLst>
                  <a:glow rad="381000">
                    <a:srgbClr val="FFE98B"/>
                  </a:glow>
                </a:effectLst>
              </a:rPr>
              <a:t>Amém.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pt-BR" sz="3929" b="1" dirty="0">
              <a:solidFill>
                <a:prstClr val="black"/>
              </a:solidFill>
              <a:effectLst>
                <a:glow rad="381000">
                  <a:srgbClr val="FFE98B"/>
                </a:glow>
              </a:effectLst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ubtítulo 2">
            <a:extLst>
              <a:ext uri="{FF2B5EF4-FFF2-40B4-BE49-F238E27FC236}">
                <a16:creationId xmlns:a16="http://schemas.microsoft.com/office/drawing/2014/main" id="{411DD2BB-C6F1-9174-5052-9D17A7073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1950" y="1268414"/>
            <a:ext cx="8928100" cy="5545137"/>
          </a:xfrm>
        </p:spPr>
        <p:txBody>
          <a:bodyPr>
            <a:normAutofit fontScale="92500"/>
          </a:bodyPr>
          <a:lstStyle/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pt-BR" altLang="pt-BR" sz="4400"/>
              <a:t>1. SANTO ANTÔNIO, QUE ESTÁS JUNTO A NÓS,/ NOS AJUDA A PLANTAR MUNDO NOVO./: </a:t>
            </a:r>
            <a:r>
              <a:rPr lang="pt-BR" altLang="pt-BR" sz="4400" b="1"/>
              <a:t>ONDE A PAZ,A JUSTIÇA E A VERDADE/ SEJAM FORÇA E ESPERANÇA DO NOVO.</a:t>
            </a:r>
            <a:r>
              <a:rPr lang="pt-BR" altLang="pt-BR" sz="4400"/>
              <a:t> :/</a:t>
            </a:r>
          </a:p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pt-BR" altLang="pt-BR" sz="4400"/>
              <a:t>2. SANTO ANTÔNIO, PRESENTE NA LUTA/ DE QUEM PARTE NA BUSCA DO PÃO,/: </a:t>
            </a:r>
            <a:r>
              <a:rPr lang="pt-BR" altLang="pt-BR" sz="4400" b="1"/>
              <a:t>QUE O SUOR DERRAMADO CULTIVE/ A SEMENTE DO REINO DE IRMÃOS.</a:t>
            </a:r>
            <a:r>
              <a:rPr lang="pt-BR" altLang="pt-BR" sz="4400"/>
              <a:t> :/</a:t>
            </a:r>
          </a:p>
        </p:txBody>
      </p:sp>
      <p:sp>
        <p:nvSpPr>
          <p:cNvPr id="71683" name="Título 1">
            <a:extLst>
              <a:ext uri="{FF2B5EF4-FFF2-40B4-BE49-F238E27FC236}">
                <a16:creationId xmlns:a16="http://schemas.microsoft.com/office/drawing/2014/main" id="{E3911F3A-BBF1-48C1-2012-8D6CDFC508DA}"/>
              </a:ext>
            </a:extLst>
          </p:cNvPr>
          <p:cNvSpPr>
            <a:spLocks/>
          </p:cNvSpPr>
          <p:nvPr/>
        </p:nvSpPr>
        <p:spPr bwMode="auto">
          <a:xfrm>
            <a:off x="1666876" y="125414"/>
            <a:ext cx="9001125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pt-BR" altLang="pt-BR">
                <a:solidFill>
                  <a:srgbClr val="7030A0"/>
                </a:solidFill>
              </a:rPr>
              <a:t>Santo Antônio, que estás junto a nós</a:t>
            </a:r>
            <a:br>
              <a:rPr lang="pt-BR" altLang="pt-BR">
                <a:solidFill>
                  <a:srgbClr val="FFFFFF"/>
                </a:solidFill>
              </a:rPr>
            </a:br>
            <a:r>
              <a:rPr lang="pt-BR" altLang="pt-BR" sz="2400">
                <a:solidFill>
                  <a:srgbClr val="000000"/>
                </a:solidFill>
              </a:rPr>
              <a:t>Fr. Fernando Antônio Fabreti,ofm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ubtítulo 2">
            <a:extLst>
              <a:ext uri="{FF2B5EF4-FFF2-40B4-BE49-F238E27FC236}">
                <a16:creationId xmlns:a16="http://schemas.microsoft.com/office/drawing/2014/main" id="{86977ACC-A3D9-9CEF-30F5-DF5F70388E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1950" y="1268414"/>
            <a:ext cx="8928100" cy="5545137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pt-BR" altLang="pt-BR" sz="4400"/>
              <a:t>3. SANTO ANTÔNIO, DO POVO SOFRIDO,/ VEM MOSTRAR NOVO TEMPO FLORIR./: </a:t>
            </a:r>
            <a:r>
              <a:rPr lang="pt-BR" altLang="pt-BR" sz="4400" b="1"/>
              <a:t>ONDE TUDO SERÁ PARTILHADO,/ NOVA ERA DE UM POVO A SORRIR.</a:t>
            </a:r>
            <a:r>
              <a:rPr lang="pt-BR" altLang="pt-BR" sz="4400"/>
              <a:t> :/</a:t>
            </a:r>
          </a:p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pt-BR" altLang="pt-BR" sz="4400"/>
              <a:t>4. SANTO ANTÔNIO, TEU ROSTO DE POBRE,/ BRILHA A PAZ DO MENINO JESUS,/: </a:t>
            </a:r>
            <a:r>
              <a:rPr lang="pt-BR" altLang="pt-BR" sz="4400" b="1"/>
              <a:t>DEUS-CRIANÇA, ESPERANÇA DO POVO,/ NOSSA FORÇA, DO CÉU NOSSA LUZ!</a:t>
            </a:r>
            <a:r>
              <a:rPr lang="pt-BR" altLang="pt-BR" sz="4400"/>
              <a:t> :/</a:t>
            </a:r>
          </a:p>
          <a:p>
            <a:pPr>
              <a:lnSpc>
                <a:spcPct val="80000"/>
              </a:lnSpc>
              <a:spcBef>
                <a:spcPts val="1200"/>
              </a:spcBef>
            </a:pPr>
            <a:endParaRPr lang="pt-BR" altLang="pt-BR" sz="4400"/>
          </a:p>
        </p:txBody>
      </p:sp>
      <p:sp>
        <p:nvSpPr>
          <p:cNvPr id="72707" name="Título 1">
            <a:extLst>
              <a:ext uri="{FF2B5EF4-FFF2-40B4-BE49-F238E27FC236}">
                <a16:creationId xmlns:a16="http://schemas.microsoft.com/office/drawing/2014/main" id="{56E80F84-ABE9-D97E-0611-59EE26E1AC8D}"/>
              </a:ext>
            </a:extLst>
          </p:cNvPr>
          <p:cNvSpPr>
            <a:spLocks/>
          </p:cNvSpPr>
          <p:nvPr/>
        </p:nvSpPr>
        <p:spPr bwMode="auto">
          <a:xfrm>
            <a:off x="1666876" y="125414"/>
            <a:ext cx="9001125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pt-BR" altLang="pt-BR">
                <a:solidFill>
                  <a:srgbClr val="7030A0"/>
                </a:solidFill>
              </a:rPr>
              <a:t>Santo Antônio, que estás junto a nós</a:t>
            </a:r>
            <a:br>
              <a:rPr lang="pt-BR" altLang="pt-BR">
                <a:solidFill>
                  <a:srgbClr val="7030A0"/>
                </a:solidFill>
              </a:rPr>
            </a:br>
            <a:r>
              <a:rPr lang="pt-BR" altLang="pt-BR" sz="2400">
                <a:solidFill>
                  <a:srgbClr val="000000"/>
                </a:solidFill>
              </a:rPr>
              <a:t>Fr. Fernando Antônio Fabreti,ofm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ítulo 1">
            <a:extLst>
              <a:ext uri="{FF2B5EF4-FFF2-40B4-BE49-F238E27FC236}">
                <a16:creationId xmlns:a16="http://schemas.microsoft.com/office/drawing/2014/main" id="{F512CAA0-6043-D279-07A7-8ED47624AD3B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595438" y="125413"/>
            <a:ext cx="9072562" cy="711200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5000"/>
              </a:lnSpc>
            </a:pPr>
            <a:r>
              <a:rPr lang="pt-BR" altLang="pt-BR" sz="3200">
                <a:solidFill>
                  <a:srgbClr val="00B050"/>
                </a:solidFill>
              </a:rPr>
              <a:t>Hino do Jubileu-2025</a:t>
            </a:r>
            <a:r>
              <a:rPr lang="pt-BR" altLang="pt-BR" sz="3200"/>
              <a:t>: Peregrinos de Esperança</a:t>
            </a:r>
            <a:br>
              <a:rPr lang="pt-BR" altLang="pt-BR" sz="3200"/>
            </a:br>
            <a:r>
              <a:rPr lang="pt-BR" altLang="pt-BR" sz="2200"/>
              <a:t>L: Peirangelo Sequeri – M: Francesco Meneghello – Versão: Antônio Cartageno</a:t>
            </a:r>
          </a:p>
        </p:txBody>
      </p:sp>
      <p:sp>
        <p:nvSpPr>
          <p:cNvPr id="73731" name="Subtítulo 2">
            <a:extLst>
              <a:ext uri="{FF2B5EF4-FFF2-40B4-BE49-F238E27FC236}">
                <a16:creationId xmlns:a16="http://schemas.microsoft.com/office/drawing/2014/main" id="{7A07FC89-B250-668A-2FAC-492BF8261539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95438" y="1557338"/>
            <a:ext cx="8964612" cy="5256212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85000"/>
              </a:lnSpc>
              <a:spcBef>
                <a:spcPct val="0"/>
              </a:spcBef>
              <a:buNone/>
            </a:pPr>
            <a:r>
              <a:rPr lang="pt-BR" altLang="pt-BR" sz="4800" b="1"/>
              <a:t>CHAMA VIVA DA MINHA ESPERANÇA,/ ESTE CANTO SUBA PARA TI!/ SEIO ETERNO DE INFINITA VIDA,/ NO CAMINHO EU CONFIO EM TI!</a:t>
            </a:r>
          </a:p>
          <a:p>
            <a:pPr marL="0" indent="0" algn="ctr">
              <a:lnSpc>
                <a:spcPct val="80000"/>
              </a:lnSpc>
              <a:spcBef>
                <a:spcPct val="0"/>
              </a:spcBef>
              <a:buNone/>
            </a:pPr>
            <a:r>
              <a:rPr lang="pt-BR" altLang="pt-BR" sz="4400"/>
              <a:t>1. TODA LÍNGUA, POVO E NAÇÃO/ TUA LUZ ENCONTRA NA PALAVRA./ OS TEUS FILHOS, FRÁGEIS E DISPERSOS,/ SE REÚNEM NO TEU FILHO AMADO.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ítulo 1">
            <a:extLst>
              <a:ext uri="{FF2B5EF4-FFF2-40B4-BE49-F238E27FC236}">
                <a16:creationId xmlns:a16="http://schemas.microsoft.com/office/drawing/2014/main" id="{676B0424-09D6-ED53-0486-B68489DFDDA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595438" y="125413"/>
            <a:ext cx="9072562" cy="711200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5000"/>
              </a:lnSpc>
            </a:pPr>
            <a:r>
              <a:rPr lang="pt-BR" altLang="pt-BR" sz="3200">
                <a:solidFill>
                  <a:srgbClr val="00B050"/>
                </a:solidFill>
              </a:rPr>
              <a:t>Hino do Jubileu-2025</a:t>
            </a:r>
            <a:r>
              <a:rPr lang="pt-BR" altLang="pt-BR" sz="3200"/>
              <a:t>: Peregrinos de Esperança</a:t>
            </a:r>
            <a:br>
              <a:rPr lang="pt-BR" altLang="pt-BR" sz="3200"/>
            </a:br>
            <a:r>
              <a:rPr lang="pt-BR" altLang="pt-BR" sz="2200"/>
              <a:t>L: Peirangelo Sequeri – M: Francesco Meneghello – Versão: Antônio Cartageno</a:t>
            </a:r>
          </a:p>
        </p:txBody>
      </p:sp>
      <p:sp>
        <p:nvSpPr>
          <p:cNvPr id="74755" name="Subtítulo 2">
            <a:extLst>
              <a:ext uri="{FF2B5EF4-FFF2-40B4-BE49-F238E27FC236}">
                <a16:creationId xmlns:a16="http://schemas.microsoft.com/office/drawing/2014/main" id="{1B56CC9C-41A9-53F4-167E-2EA29AD7102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95438" y="981076"/>
            <a:ext cx="8964612" cy="5832475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85000"/>
              </a:lnSpc>
              <a:spcBef>
                <a:spcPct val="0"/>
              </a:spcBef>
              <a:buNone/>
            </a:pPr>
            <a:r>
              <a:rPr lang="pt-BR" altLang="pt-BR" sz="4800" b="1"/>
              <a:t>CHAMA VIVA DA MINHA ESPERANÇA,/ ESTE CANTO SUBA PARA TI!/ SEIO ETERNO DE INFINITA VIDA,/ NO CAMINHO EU CONFIO EM TI!</a:t>
            </a:r>
          </a:p>
          <a:p>
            <a:pPr marL="0" indent="0" algn="ctr">
              <a:lnSpc>
                <a:spcPct val="80000"/>
              </a:lnSpc>
              <a:spcBef>
                <a:spcPct val="0"/>
              </a:spcBef>
              <a:buNone/>
            </a:pPr>
            <a:r>
              <a:rPr lang="pt-BR" altLang="pt-BR" sz="4400"/>
              <a:t>2. DEUS NOS OLHA TERNO E PACIENTE: NASCE A AURORA DE UM FUTURO NOVO./ NOVOS CÉUS, TERRA FEITA NOVA,/ PASSA OS MUROS, ESPÍRITO DE VIDA!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ítulo 1">
            <a:extLst>
              <a:ext uri="{FF2B5EF4-FFF2-40B4-BE49-F238E27FC236}">
                <a16:creationId xmlns:a16="http://schemas.microsoft.com/office/drawing/2014/main" id="{B5FC069B-0DA4-281B-9D8C-4CEA3C65CE2F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595438" y="125413"/>
            <a:ext cx="9072562" cy="711200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5000"/>
              </a:lnSpc>
            </a:pPr>
            <a:r>
              <a:rPr lang="pt-BR" altLang="pt-BR" sz="3200">
                <a:solidFill>
                  <a:srgbClr val="00B050"/>
                </a:solidFill>
              </a:rPr>
              <a:t>Hino do Jubileu-2025</a:t>
            </a:r>
            <a:r>
              <a:rPr lang="pt-BR" altLang="pt-BR" sz="3200"/>
              <a:t>: Peregrinos de Esperança</a:t>
            </a:r>
            <a:br>
              <a:rPr lang="pt-BR" altLang="pt-BR" sz="3200"/>
            </a:br>
            <a:r>
              <a:rPr lang="pt-BR" altLang="pt-BR" sz="2200"/>
              <a:t>L: Peirangelo Sequeri – M: Francesco Meneghello – Versão: Antônio Cartageno</a:t>
            </a:r>
          </a:p>
        </p:txBody>
      </p:sp>
      <p:sp>
        <p:nvSpPr>
          <p:cNvPr id="75779" name="Subtítulo 2">
            <a:extLst>
              <a:ext uri="{FF2B5EF4-FFF2-40B4-BE49-F238E27FC236}">
                <a16:creationId xmlns:a16="http://schemas.microsoft.com/office/drawing/2014/main" id="{EE3E7849-FC49-2D7C-7B41-6A2DD29A4B9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95438" y="981076"/>
            <a:ext cx="8964612" cy="5832475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85000"/>
              </a:lnSpc>
              <a:spcBef>
                <a:spcPct val="0"/>
              </a:spcBef>
              <a:buNone/>
            </a:pPr>
            <a:r>
              <a:rPr lang="pt-BR" altLang="pt-BR" sz="4800" b="1"/>
              <a:t>CHAMA VIVA DA MINHA ESPERANÇA,/ ESTE CANTO SUBA PARA TI!/ SEIO ETERNO DE INFINITA VIDA,/ NO CAMINHO EU CONFIO EM TI!</a:t>
            </a:r>
          </a:p>
          <a:p>
            <a:pPr marL="0" indent="0" algn="ctr">
              <a:lnSpc>
                <a:spcPct val="80000"/>
              </a:lnSpc>
              <a:spcBef>
                <a:spcPct val="0"/>
              </a:spcBef>
              <a:buNone/>
            </a:pPr>
            <a:r>
              <a:rPr lang="pt-BR" altLang="pt-BR" sz="4400"/>
              <a:t>3. ERGUE OS OLHOS, MOVE-TE COM O VENTO,/ NÃO TE ATRASES: CHEGA DEUS NO TEMPO./ JESUS CRISTO POR TI SE FEZ HOMEM:/ AOS MILHARES, SEGUEM O CAMINHO.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