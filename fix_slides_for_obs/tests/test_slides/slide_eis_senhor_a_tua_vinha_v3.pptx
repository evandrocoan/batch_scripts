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6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2" Type="http://schemas.openxmlformats.org/officeDocument/2006/relationships/slide" Target="slides/slide2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>
            <a:extLst>
              <a:ext uri="{FF2B5EF4-FFF2-40B4-BE49-F238E27FC236}">
                <a16:creationId xmlns:a16="http://schemas.microsoft.com/office/drawing/2014/main" id="{13DB32CA-980C-128B-A083-F38E1C961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25414"/>
            <a:ext cx="9001125" cy="78263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6867" name="Subtítulo 2">
            <a:extLst>
              <a:ext uri="{FF2B5EF4-FFF2-40B4-BE49-F238E27FC236}">
                <a16:creationId xmlns:a16="http://schemas.microsoft.com/office/drawing/2014/main" id="{62EA5691-7EA0-D50E-4C5C-1F49FF9AF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68414"/>
            <a:ext cx="9144000" cy="5545137"/>
          </a:xfrm>
        </p:spPr>
        <p:txBody>
          <a:bodyPr>
            <a:normAutofit lnSpcReduction="10000"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3. IRMÃOS NA FÉ VIVA, EXULTANTES/ PARTILHAM O PÃO SEMPRE MAIS./ E CAMPOS JAMAIS VERDEJANTES,/ TAMBÉM, JÁ SE TORNAM TRIGAIS!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