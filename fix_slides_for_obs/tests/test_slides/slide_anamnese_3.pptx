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18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2" Type="http://schemas.openxmlformats.org/officeDocument/2006/relationships/slide" Target="slides/slide3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ubtítulo 2">
            <a:extLst>
              <a:ext uri="{FF2B5EF4-FFF2-40B4-BE49-F238E27FC236}">
                <a16:creationId xmlns:a16="http://schemas.microsoft.com/office/drawing/2014/main" id="{66366F28-9198-550C-C22B-50116F2DD92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875" y="3860800"/>
            <a:ext cx="8858250" cy="2952750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/>
              <a:t>SALVADOR DO MUNDO, SALVAI-NOS, VÓS QUE NOS LIBERTASTES PELA CRUZ E RESSURREIÇÃO.</a:t>
            </a:r>
          </a:p>
        </p:txBody>
      </p:sp>
      <p:sp>
        <p:nvSpPr>
          <p:cNvPr id="43011" name="Título 1">
            <a:extLst>
              <a:ext uri="{FF2B5EF4-FFF2-40B4-BE49-F238E27FC236}">
                <a16:creationId xmlns:a16="http://schemas.microsoft.com/office/drawing/2014/main" id="{641537F5-F4BE-B71C-28F2-56404451F336}"/>
              </a:ext>
            </a:extLst>
          </p:cNvPr>
          <p:cNvSpPr>
            <a:spLocks/>
          </p:cNvSpPr>
          <p:nvPr/>
        </p:nvSpPr>
        <p:spPr bwMode="auto">
          <a:xfrm>
            <a:off x="1666876" y="44451"/>
            <a:ext cx="90011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00"/>
                </a:solidFill>
              </a:rPr>
              <a:t>Anamnese (Memorial) – Mistério da fé para a salvação do mundo!</a:t>
            </a:r>
            <a:br>
              <a:rPr lang="pt-BR" altLang="pt-BR" sz="2400">
                <a:solidFill>
                  <a:srgbClr val="000000"/>
                </a:solidFill>
              </a:rPr>
            </a:br>
            <a:r>
              <a:rPr lang="pt-BR" altLang="pt-BR" sz="2400">
                <a:solidFill>
                  <a:srgbClr val="000000"/>
                </a:solidFill>
              </a:rPr>
              <a:t>Cânon Romano – 3ª Edição Típica do Missal Romano</a:t>
            </a:r>
            <a:endParaRPr lang="pt-BR" altLang="pt-BR" sz="2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