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63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ubtítulo 2">
            <a:extLst>
              <a:ext uri="{FF2B5EF4-FFF2-40B4-BE49-F238E27FC236}">
                <a16:creationId xmlns:a16="http://schemas.microsoft.com/office/drawing/2014/main" id="{6EFCF595-E5E2-93C1-C85E-1110F8DB8FE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7025" y="1150938"/>
            <a:ext cx="9036050" cy="566261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1.</a:t>
            </a:r>
            <a:r>
              <a:rPr lang="pt-BR" altLang="pt-BR" sz="4800" b="1"/>
              <a:t> </a:t>
            </a:r>
            <a:r>
              <a:rPr lang="pt-BR" altLang="pt-BR" sz="4800"/>
              <a:t>SENHOR E FILHO DE DEUS,/ COMPANHEIRO, IRMÃO E AMIGO./:</a:t>
            </a:r>
            <a:r>
              <a:rPr lang="pt-BR" altLang="pt-BR" sz="4800" b="1"/>
              <a:t> TENDE PIEDADE DE NÓS.</a:t>
            </a:r>
            <a:r>
              <a:rPr lang="pt-BR" altLang="pt-BR" sz="4800"/>
              <a:t> :/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2. Ó CRISTO, FILHO DO HOMEM./ CONHECEIS A NOSSA FRAQUEZA./: </a:t>
            </a:r>
            <a:r>
              <a:rPr lang="pt-BR" altLang="pt-BR" sz="4800" b="1"/>
              <a:t>TENDE PIEDADE DE NÓS. </a:t>
            </a:r>
            <a:r>
              <a:rPr lang="pt-BR" altLang="pt-BR" sz="4800"/>
              <a:t>:/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3. SENHOR E FILHO DO PAI./ ACOLHEI-NOS NA VOSSA CASA./: </a:t>
            </a:r>
            <a:r>
              <a:rPr lang="pt-BR" altLang="pt-BR" sz="4800" b="1"/>
              <a:t>TENDE PIEDADE DE NÓS.</a:t>
            </a:r>
            <a:r>
              <a:rPr lang="pt-BR" altLang="pt-BR" sz="4800"/>
              <a:t> :/</a:t>
            </a:r>
          </a:p>
        </p:txBody>
      </p:sp>
      <p:sp>
        <p:nvSpPr>
          <p:cNvPr id="30723" name="Título 1">
            <a:extLst>
              <a:ext uri="{FF2B5EF4-FFF2-40B4-BE49-F238E27FC236}">
                <a16:creationId xmlns:a16="http://schemas.microsoft.com/office/drawing/2014/main" id="{FA5A8455-8086-CD14-0970-F06C20B41509}"/>
              </a:ext>
            </a:extLst>
          </p:cNvPr>
          <p:cNvSpPr>
            <a:spLocks/>
          </p:cNvSpPr>
          <p:nvPr/>
        </p:nvSpPr>
        <p:spPr bwMode="auto">
          <a:xfrm>
            <a:off x="1666875" y="125413"/>
            <a:ext cx="8389938" cy="711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rgbClr val="9900CC"/>
                </a:solidFill>
                <a:latin typeface="+mj-lt"/>
                <a:ea typeface="+mj-ea"/>
                <a:cs typeface="+mj-cs"/>
              </a:rPr>
              <a:t>Senhor e Filho de Deus</a:t>
            </a:r>
            <a:br>
              <a:rPr lang="pt-BR" altLang="pt-BR" dirty="0">
                <a:solidFill>
                  <a:srgbClr val="FF0000"/>
                </a:solidFill>
              </a:rPr>
            </a:br>
            <a:r>
              <a:rPr lang="pt-BR" altLang="pt-BR" sz="2400" dirty="0">
                <a:solidFill>
                  <a:srgbClr val="000000"/>
                </a:solidFill>
              </a:rPr>
              <a:t>Pe. José Freitas Campos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