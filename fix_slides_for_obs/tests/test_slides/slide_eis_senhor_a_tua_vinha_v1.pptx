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6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slide" Target="slides/slide19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96CDD327-3F23-EC8A-22BE-01E656437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6" y="125414"/>
            <a:ext cx="9001125" cy="782637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6600CC"/>
                </a:solidFill>
              </a:rPr>
              <a:t>Eis, Senhor, a tua vinha</a:t>
            </a:r>
            <a:br>
              <a:rPr lang="pt-BR" altLang="pt-BR" sz="3200"/>
            </a:br>
            <a:r>
              <a:rPr lang="pt-BR" altLang="pt-BR" sz="2400"/>
              <a:t>João de Araújo e Ir. Míria Therezinha Kolling,icm</a:t>
            </a:r>
          </a:p>
        </p:txBody>
      </p:sp>
      <p:sp>
        <p:nvSpPr>
          <p:cNvPr id="34819" name="Subtítulo 2">
            <a:extLst>
              <a:ext uri="{FF2B5EF4-FFF2-40B4-BE49-F238E27FC236}">
                <a16:creationId xmlns:a16="http://schemas.microsoft.com/office/drawing/2014/main" id="{AB0E1306-7E91-3B0C-083D-1AFA8FF46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96976"/>
            <a:ext cx="9144000" cy="5616575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400"/>
              <a:t>1. “DO CÉU VAI DESCER O CORDEIRO.”/ É DOM, PURO DOM, SALVAÇÃO!/ NO ALTAR DO PENHOR VERDADEIRO,/ TAMBÉM, VAMOS SER OBLAÇÃO!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pt-BR" altLang="pt-BR" sz="4800" b="1"/>
              <a:t>EIS, SENHOR, A TUA VINHA/ FRUTOS MIL TE TRAZ, SENHOR./ MAS TEU POVO QUE CAMINHA,/ MAIS QUE FRUTO, É DOM 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