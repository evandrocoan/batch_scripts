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2" r:id="rId6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slide" Target="slides/slide59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10828F3D-BE1C-24A4-D187-E289363C8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43351"/>
            <a:ext cx="9144000" cy="33639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4- </a:t>
            </a:r>
            <a:r>
              <a:rPr lang="pt-BR" sz="4286" b="1">
                <a:solidFill>
                  <a:prstClr val="black"/>
                </a:solidFill>
              </a:rPr>
              <a:t>Glória ao Pai e a Jesus Cristo, / e ao Espírito também, / com quem vive Santo Antônio, / pelos séculos. Amém.</a:t>
            </a:r>
          </a:p>
          <a:p>
            <a:pPr algn="ctr" eaLnBrk="1" hangingPunct="1">
              <a:defRPr/>
            </a:pPr>
            <a:r>
              <a:rPr lang="pt-BR" sz="4286">
                <a:solidFill>
                  <a:prstClr val="black"/>
                </a:solidFill>
              </a:rPr>
              <a:t> </a:t>
            </a:r>
            <a:endParaRPr lang="pt-BR" sz="4286" b="1" i="1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