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22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6" Type="http://schemas.openxmlformats.org/officeDocument/2006/relationships/slide" Target="slides/slide3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ubtítulo 2">
            <a:extLst>
              <a:ext uri="{FF2B5EF4-FFF2-40B4-BE49-F238E27FC236}">
                <a16:creationId xmlns:a16="http://schemas.microsoft.com/office/drawing/2014/main" id="{631B7274-C881-1A06-6FCF-77185E183E69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O ESPÍRITO NOS UNA NUM SÓ CORPO!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F822BFB-B5B0-9163-280B-166F492A0183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