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335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98B"/>
    <a:srgbClr val="111111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59" d="100"/>
          <a:sy n="59" d="100"/>
        </p:scale>
        <p:origin x="45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8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7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5E5FA-76E6-1FEF-F483-5A82FCF85C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C892E6-5EA6-1CCD-E3AE-00C55B6A97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A76430E-A846-4988-8DF4-49F81C89F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431D5C-DAE5-E844-2AA3-6EB52262F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21423A-D21E-6B31-CA10-4B622CB1E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856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6BA49B-325D-E47C-D434-F008CC28F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0E9B2A-2967-AB71-783B-C416E97038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CE613A3-810F-3C8C-7082-A45B1C8E5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CD661D-80F8-88F3-C9BC-C2192CBE5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F52315-86EA-6C1D-4806-2F1833822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508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26217E-2647-CE12-A370-95CAD30CA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2867D5-2B88-AB34-6EA0-7FF1125779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941C32-0DBF-42B5-E728-D66BD80E2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CB97AF-AE68-A9F1-AA00-AF985E814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C28740-7688-70A7-E174-878784A75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818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EDA834-2124-82DC-16EA-44EFF4139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0EF5A3E-120F-A527-6594-1E1275CC27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2165EB-D3F9-434D-42D4-75BCD51BC9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D2B50A-8285-6106-1D92-8DD171E7E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47A1340-A9C9-2B72-E239-B85D90069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9A5D1E-D8FB-0FC3-E444-DAFD5A77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97902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231171-805F-2DB5-63BD-CDBD81805B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7293C0-99B2-721B-6856-630183C828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75EA3A2-F466-DA15-CD92-EA4AD4AF8A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323931F-E03B-1A87-EBC4-A7BDB46F4D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101267-BAC7-2047-4CDB-B230884D7B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36FD8FD-CE46-E6DF-090D-05211880C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2A397F-1609-A4C9-3F10-8030468F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A5CA86B-CF9C-A64A-31B3-21D3DB80B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693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162CE7-1D12-8A2C-CA3A-AB9C0FB1B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D40E4AA-F64B-BEFE-BB32-6CF087876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9DAA52E2-E3C8-FB86-82A2-62D51B7F0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6C5480A-A93D-582D-5229-953638AB1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95454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7D36148-2FF4-DC64-E9D4-92DAEE9EB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B4C7E96-2D93-E3D2-CE88-4E3062BDF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9DEA2A3-2CC0-AE80-C595-774A6451F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8564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1B394B-05B6-F18F-D2D9-2D63BBE02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31CC3A5-B8FF-2A1F-7ECF-BFB98ACFC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7D372-46CF-98F5-EA19-2AF71B89A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55F45-617E-586C-ADA0-28C16FCB8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1B0D80-D666-6082-E30A-844EEF94B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D86BF-2399-0E19-3BD1-0DC44904C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9739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A6B5F3-7ED8-94D4-5FE0-2F99A77A6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1B67963-26DB-0DB1-5279-4AF602C20E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7DAA856-E133-3396-6C9B-026DBABA9F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6F46D94-A4C3-2751-B65E-40FCF59E8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BB02229-FBC9-AB16-08CE-FECFC57DA7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5169437-C0A4-E21C-A647-DBEB10974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3347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796A76-2ECC-ED61-549C-DB9ED3610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83CBC91-0C93-5475-D14E-8CB279577E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496FA9-026E-9F40-47F8-D5CDD3EB2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01666A-9078-E95C-47FD-1859C8BAC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F334665-FA14-879A-991D-1E36A2AD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896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DF6AD6D-EA9A-F436-B6E5-2586C8A286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8F374A7-23D6-98A3-DB7D-92F4F515A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6CD8756-5373-AB7B-A772-D8775B9B8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11C59A-0C1F-4571-9040-0DEE68D725F5}" type="datetimeFigureOut">
              <a:rPr lang="pt-BR" smtClean="0"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2ED1311-0D38-DBF5-9A88-5158F0ED1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73DC97-D504-CF25-1793-A9B7A46BB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EF66E9-562E-4827-9A6D-C519D384D30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343613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4E7267A-2E59-3683-44AF-2955BCA24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80282A1-7993-535A-03C7-B59ECC8D87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283B0-378C-2929-36FB-E2CF5C0C7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A911C59A-0C1F-4571-9040-0DEE68D725F5}" type="datetimeFigureOut">
              <a:rPr lang="pt-BR" smtClean="0"/>
              <a:pPr/>
              <a:t>23/12/2025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DD0CFB-708B-CFBB-8531-0851D90D26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7081AB3-CA41-F10F-E8C2-C1A045505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effectLst>
                  <a:glow rad="635000">
                    <a:srgbClr val="FFC000"/>
                  </a:glow>
                </a:effectLst>
              </a:defRPr>
            </a:lvl1pPr>
          </a:lstStyle>
          <a:p>
            <a:fld id="{ECEF66E9-562E-4827-9A6D-C519D384D3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82655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glow rad="635000">
              <a:srgbClr val="FFC000"/>
            </a:glo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ítulo 1">
            <a:extLst>
              <a:ext uri="{FF2B5EF4-FFF2-40B4-BE49-F238E27FC236}">
                <a16:creationId xmlns:a16="http://schemas.microsoft.com/office/drawing/2014/main" id="{1218B95A-D60F-3296-4E6E-3A02A50031C3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666876" y="115889"/>
            <a:ext cx="8272463" cy="765175"/>
          </a:xfrm>
        </p:spPr>
        <p:txBody>
          <a:bodyPr>
            <a:normAutofit fontScale="90000"/>
          </a:bodyPr>
          <a:lstStyle/>
          <a:p>
            <a:pPr algn="l" eaLnBrk="1" hangingPunct="1">
              <a:lnSpc>
                <a:spcPct val="85000"/>
              </a:lnSpc>
            </a:pPr>
            <a:r>
              <a:rPr lang="pt-BR" altLang="pt-BR" sz="3200">
                <a:solidFill>
                  <a:srgbClr val="7030A0"/>
                </a:solidFill>
              </a:rPr>
              <a:t>Que germine o Salvador</a:t>
            </a:r>
            <a:br>
              <a:rPr lang="pt-BR" altLang="pt-BR" sz="3200">
                <a:solidFill>
                  <a:srgbClr val="7030A0"/>
                </a:solidFill>
              </a:rPr>
            </a:br>
            <a:r>
              <a:rPr lang="pt-BR" altLang="pt-BR" sz="2400"/>
              <a:t>Pe. Sílvio Milanez</a:t>
            </a:r>
          </a:p>
        </p:txBody>
      </p:sp>
      <p:sp>
        <p:nvSpPr>
          <p:cNvPr id="28675" name="Subtítulo 2">
            <a:extLst>
              <a:ext uri="{FF2B5EF4-FFF2-40B4-BE49-F238E27FC236}">
                <a16:creationId xmlns:a16="http://schemas.microsoft.com/office/drawing/2014/main" id="{AB52B51E-482D-E84F-D417-58F333FFADC8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27188" y="1052513"/>
            <a:ext cx="8932862" cy="5776912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400"/>
              <a:t>1. O SENHOR ESTÁ PRA CHEGAR,/ JÁ SE CUMPRE A PROFECIA;/ O SEU REINO ENTÃO SERÁ/ LIBERDADE E ALEGRIA./ E AS NAÇÕES, ENFIM, RECEBEM,/ SALVAÇÃO A CADA DIA.</a:t>
            </a:r>
          </a:p>
          <a:p>
            <a:pPr marL="0" indent="0" algn="ctr">
              <a:lnSpc>
                <a:spcPct val="80000"/>
              </a:lnSpc>
              <a:spcBef>
                <a:spcPts val="1200"/>
              </a:spcBef>
              <a:buNone/>
            </a:pPr>
            <a:r>
              <a:rPr lang="pt-BR" altLang="pt-BR" sz="4800"/>
              <a:t>/: </a:t>
            </a:r>
            <a:r>
              <a:rPr lang="pt-BR" altLang="pt-BR" sz="4800" b="1"/>
              <a:t>DAS ALTURAS ORVALHEM OS CÉUS,/ E DAS NUVENS, QUE CHOVA A JUSTIÇA,/ QUE A TERRA SE ABRA AO AMOR/ E GERMINE O DEUS SALVADOR!</a:t>
            </a:r>
            <a:r>
              <a:rPr lang="pt-BR" altLang="pt-BR" sz="4800"/>
              <a:t>  :/</a:t>
            </a:r>
          </a:p>
          <a:p>
            <a:pPr marL="0" indent="0" algn="ctr">
              <a:spcBef>
                <a:spcPts val="600"/>
              </a:spcBef>
              <a:buNone/>
            </a:pPr>
            <a:endParaRPr lang="pt-BR" altLang="pt-BR" sz="4400"/>
          </a:p>
          <a:p>
            <a:pPr marL="0" indent="0" algn="ctr">
              <a:buNone/>
            </a:pPr>
            <a:endParaRPr lang="pt-BR" altLang="pt-BR" sz="44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2491</Words>
  <Application>Microsoft Office PowerPoint</Application>
  <PresentationFormat>Widescreen</PresentationFormat>
  <Paragraphs>141</Paragraphs>
  <Slides>72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72</vt:i4>
      </vt:variant>
    </vt:vector>
  </HeadingPairs>
  <TitlesOfParts>
    <vt:vector size="80" baseType="lpstr">
      <vt:lpstr>Aptos</vt:lpstr>
      <vt:lpstr>Aptos Display</vt:lpstr>
      <vt:lpstr>Arial</vt:lpstr>
      <vt:lpstr>Book Antiqua</vt:lpstr>
      <vt:lpstr>Calibri</vt:lpstr>
      <vt:lpstr>Pragmatica Extended Bold</vt:lpstr>
      <vt:lpstr>Times New Roman</vt:lpstr>
      <vt:lpstr>Tema do Office</vt:lpstr>
      <vt:lpstr>Apresentação do PowerPoint</vt:lpstr>
      <vt:lpstr>Apresentação do PowerPoint</vt:lpstr>
      <vt:lpstr>ORAÇÃO VOCACIONAL</vt:lpstr>
      <vt:lpstr>Apresentação do PowerPoint</vt:lpstr>
      <vt:lpstr>Apresentação do PowerPoint</vt:lpstr>
      <vt:lpstr>Mesmo as trevas Comunidade Ecumênica de Taizé</vt:lpstr>
      <vt:lpstr>Apresentação do PowerPoint</vt:lpstr>
      <vt:lpstr>Que germine o Salvador Pe. Sílvio Milanez</vt:lpstr>
      <vt:lpstr>Que germine o Salvador Pe. Sílvio Milanez</vt:lpstr>
      <vt:lpstr>Apresentação do PowerPoint</vt:lpstr>
      <vt:lpstr>Apresentação do PowerPoint</vt:lpstr>
      <vt:lpstr>Apresentação do PowerPoint</vt:lpstr>
      <vt:lpstr>Salmo responsorial: Sl 24/25 Lecionário Ferial – Melodia: Ir. Míria Therezinha Kolling,icm</vt:lpstr>
      <vt:lpstr>Apresentação do PowerPoint</vt:lpstr>
      <vt:lpstr>Aleluia! Ir. Lindberg Pires,sj</vt:lpstr>
      <vt:lpstr>Apresentação do PowerPoint</vt:lpstr>
      <vt:lpstr>Oração da comunidade</vt:lpstr>
      <vt:lpstr>Apresentação do PowerPoint</vt:lpstr>
      <vt:lpstr>Eis, Senhor, a tua vinha João de Araújo e Ir. Míria Therezinha Kolling,icm</vt:lpstr>
      <vt:lpstr>Eis, Senhor, a tua vinha João de Araújo e Ir. Míria Therezinha Kolling,icm</vt:lpstr>
      <vt:lpstr>Eis, Senhor, a tua vinha João de Araújo e Ir. Míria Therezinha Kolling,icm</vt:lpstr>
      <vt:lpstr>Apresentação do PowerPoint</vt:lpstr>
      <vt:lpstr>Conclusão à Preparação das Oferendas Cânon Romano – 3ª Edição Típica do Missal Romano</vt:lpstr>
      <vt:lpstr>Apresentação do PowerPoint</vt:lpstr>
      <vt:lpstr>Santo, Santo, Santo! Senhor Deus do Universo D. Pedro Brito Guimarães</vt:lpstr>
      <vt:lpstr>Apresentação do PowerPoint</vt:lpstr>
      <vt:lpstr>Oração Eucarística II: Aclamações da assembleia Cânon Romano – 3ª Edição Típica do Missal Romano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Cântico de Zacarias Lc 1,68-78 – Letra: D. Marcos Barbosa – Melodia: Pe. Ney B. Pereira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  <vt:lpstr>Hino do Jubileu-2025: Peregrinos de Esperança L: Peirangelo Sequeri – M: Francesco Meneghello – Versão: Antônio Cartageno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Igreja Trindade</dc:creator>
  <cp:lastModifiedBy>Igreja Trindade</cp:lastModifiedBy>
  <cp:revision>1</cp:revision>
  <dcterms:created xsi:type="dcterms:W3CDTF">2025-12-23T22:11:21Z</dcterms:created>
  <dcterms:modified xsi:type="dcterms:W3CDTF">2025-12-23T22:57:03Z</dcterms:modified>
</cp:coreProperties>
</file>