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88" r:id="rId6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BE3A1F18-8D6E-D953-3CA3-E92880348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2400"/>
            <a:ext cx="9144000" cy="7200900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3929" b="1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Oremos:</a:t>
            </a: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Senhor Jesus Cristo, Pão dos Anjos, Pão vivo da vida eterna, dignai-vos abençoar † estes pães assim como abençoastes os cinco pães no deserto, para que todos os que deles comerem, recebam saúde da alma e do corpo, paz e harmonia na família e possam partilhar, com os irmãos mais necessitados, os bens recebidos de Deus. Vós que viveis e reinais por todos os séculos dos séculos.  </a:t>
            </a:r>
            <a:r>
              <a:rPr lang="pt-BR" sz="3929" b="1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Amém.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pt-BR" sz="3929" b="1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