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0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8C46CE36-25A1-A6F2-78AC-66B7EAC20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4514" y="1370014"/>
            <a:ext cx="8562975" cy="5299075"/>
          </a:xfrm>
        </p:spPr>
        <p:txBody>
          <a:bodyPr rtlCol="0">
            <a:normAutofit fontScale="92500" lnSpcReduction="20000"/>
          </a:bodyPr>
          <a:lstStyle/>
          <a:p>
            <a:pPr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pt-BR" sz="1050" b="1" kern="100" dirty="0">
                <a:latin typeface="Arial" panose="020B0604020202020204" pitchFamily="34" charset="0"/>
                <a:ea typeface="Canva Sans"/>
                <a:cs typeface="Arial" panose="020B0604020202020204" pitchFamily="34" charset="0"/>
              </a:rPr>
              <a:t>   </a:t>
            </a:r>
          </a:p>
          <a:p>
            <a:pPr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pt-BR" sz="5200" b="1" kern="100" dirty="0">
                <a:latin typeface="Arial" panose="020B0604020202020204" pitchFamily="34" charset="0"/>
                <a:cs typeface="Arial" panose="020B0604020202020204" pitchFamily="34" charset="0"/>
              </a:rPr>
              <a:t>Jesus, Mestre Divino, que chamastes os Apóstolos para vos seguirem, continuai a passar pelos nossos caminhos, pelas nossas famílias, pelas nossas escolas.</a:t>
            </a:r>
          </a:p>
          <a:p>
            <a:pPr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defRPr/>
            </a:pPr>
            <a:endParaRPr lang="pt-BR" sz="5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1D715E5-4188-BF2E-32D3-9E28F1161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4764" y="720725"/>
            <a:ext cx="6719887" cy="692150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pt-BR" sz="4400" b="1" kern="100" spc="-26" dirty="0">
                <a:solidFill>
                  <a:srgbClr val="FFFF00"/>
                </a:solidFill>
                <a:latin typeface="Pragmatica Extended Bold"/>
                <a:ea typeface="Pragmatica Extended Bold"/>
                <a:cs typeface="Pragmatica Extended Bold"/>
              </a:rPr>
              <a:t>ORAÇÃO VOCACIONAL</a:t>
            </a:r>
            <a:endParaRPr lang="pt-BR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