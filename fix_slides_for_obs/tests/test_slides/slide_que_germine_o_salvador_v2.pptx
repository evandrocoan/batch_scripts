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39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ítulo 1">
            <a:extLst>
              <a:ext uri="{FF2B5EF4-FFF2-40B4-BE49-F238E27FC236}">
                <a16:creationId xmlns:a16="http://schemas.microsoft.com/office/drawing/2014/main" id="{F7C07FF7-28A1-D147-7109-E059ECFC001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66876" y="115889"/>
            <a:ext cx="8272463" cy="765175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5000"/>
              </a:lnSpc>
            </a:pPr>
            <a:r>
              <a:rPr lang="pt-BR" altLang="pt-BR" sz="3200">
                <a:solidFill>
                  <a:srgbClr val="7030A0"/>
                </a:solidFill>
              </a:rPr>
              <a:t>Que germine o Salvador</a:t>
            </a:r>
            <a:br>
              <a:rPr lang="pt-BR" altLang="pt-BR" sz="3200">
                <a:solidFill>
                  <a:srgbClr val="7030A0"/>
                </a:solidFill>
              </a:rPr>
            </a:br>
            <a:r>
              <a:rPr lang="pt-BR" altLang="pt-BR" sz="2400"/>
              <a:t>Pe. Sílvio Milanez</a:t>
            </a:r>
          </a:p>
        </p:txBody>
      </p:sp>
      <p:sp>
        <p:nvSpPr>
          <p:cNvPr id="29699" name="Subtítulo 2">
            <a:extLst>
              <a:ext uri="{FF2B5EF4-FFF2-40B4-BE49-F238E27FC236}">
                <a16:creationId xmlns:a16="http://schemas.microsoft.com/office/drawing/2014/main" id="{917417C3-778A-2F1E-2D44-3F958FDBA8A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27188" y="1052513"/>
            <a:ext cx="8932862" cy="5776912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80000"/>
              </a:lnSpc>
              <a:spcBef>
                <a:spcPts val="1200"/>
              </a:spcBef>
              <a:buNone/>
            </a:pPr>
            <a:r>
              <a:rPr lang="pt-BR" altLang="pt-BR" sz="4400"/>
              <a:t>2. VEM DE NOVO RESTAURAR-NOS./ DE QUE LADO ESTARÁ?/ INDIGNADO CONTRA NÓS?/ E A VIDA, NÃO DARÁS?/ SALVAÇÃO E ALEGRIA,/ OUTRA VEZ NÃO BUSCARÁS?</a:t>
            </a:r>
          </a:p>
          <a:p>
            <a:pPr marL="0" indent="0" algn="ctr">
              <a:lnSpc>
                <a:spcPct val="80000"/>
              </a:lnSpc>
              <a:spcBef>
                <a:spcPts val="1200"/>
              </a:spcBef>
              <a:buNone/>
            </a:pPr>
            <a:r>
              <a:rPr lang="pt-BR" altLang="pt-BR" sz="4800"/>
              <a:t>/: </a:t>
            </a:r>
            <a:r>
              <a:rPr lang="pt-BR" altLang="pt-BR" sz="4800" b="1"/>
              <a:t>DAS ALTURAS ORVALHEM OS CÉUS,/ E DAS NUVENS, QUE CHOVA A JUSTIÇA,/ QUE A TERRA SE ABRA AO AMOR/ E GERMINE O DEUS SALVADOR!</a:t>
            </a:r>
            <a:r>
              <a:rPr lang="pt-BR" altLang="pt-BR" sz="4800"/>
              <a:t>  :/</a:t>
            </a:r>
          </a:p>
          <a:p>
            <a:pPr marL="0" indent="0" algn="ctr">
              <a:spcBef>
                <a:spcPts val="600"/>
              </a:spcBef>
              <a:buNone/>
            </a:pPr>
            <a:endParaRPr lang="pt-BR" altLang="pt-BR" sz="4400"/>
          </a:p>
          <a:p>
            <a:pPr marL="0" indent="0" algn="ctr">
              <a:buNone/>
            </a:pPr>
            <a:endParaRPr lang="pt-BR" altLang="pt-BR" sz="44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