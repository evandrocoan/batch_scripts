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67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6" Type="http://schemas.openxmlformats.org/officeDocument/2006/relationships/slide" Target="slides/slide25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>
            <a:extLst>
              <a:ext uri="{FF2B5EF4-FFF2-40B4-BE49-F238E27FC236}">
                <a16:creationId xmlns:a16="http://schemas.microsoft.com/office/drawing/2014/main" id="{3E379041-7680-CDED-EDAC-CF576A749684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703389" y="115889"/>
            <a:ext cx="9001125" cy="720725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7030A0"/>
                </a:solidFill>
                <a:latin typeface="Calibri" panose="020F0502020204030204" pitchFamily="34" charset="0"/>
              </a:rPr>
              <a:t>Santo, Santo, Santo! Senhor Deus do Universo</a:t>
            </a:r>
            <a:br>
              <a:rPr lang="pt-BR" altLang="pt-BR" sz="3200">
                <a:latin typeface="Calibri" panose="020F0502020204030204" pitchFamily="34" charset="0"/>
              </a:rPr>
            </a:br>
            <a:r>
              <a:rPr lang="pt-BR" altLang="pt-BR" sz="2400">
                <a:latin typeface="Calibri" panose="020F0502020204030204" pitchFamily="34" charset="0"/>
              </a:rPr>
              <a:t>D. Pedro Brito Guimarães</a:t>
            </a:r>
          </a:p>
        </p:txBody>
      </p:sp>
      <p:sp>
        <p:nvSpPr>
          <p:cNvPr id="38915" name="Subtítulo 2">
            <a:extLst>
              <a:ext uri="{FF2B5EF4-FFF2-40B4-BE49-F238E27FC236}">
                <a16:creationId xmlns:a16="http://schemas.microsoft.com/office/drawing/2014/main" id="{52465F58-293A-DE51-06BC-81AA453C90D9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703388" y="1268414"/>
            <a:ext cx="8856662" cy="5545137"/>
          </a:xfrm>
        </p:spPr>
        <p:txBody>
          <a:bodyPr/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>
                <a:latin typeface="Calibri" panose="020F0502020204030204" pitchFamily="34" charset="0"/>
              </a:rPr>
              <a:t>1. SANTO, SANTO, SANTO!/ SENHOR DEUS DO UNIVERSO!/ O CÉU E A TERRA PROCLAMAM/ A VOSSA GLÓRIA.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5400">
                <a:latin typeface="Calibri" panose="020F0502020204030204" pitchFamily="34" charset="0"/>
              </a:rPr>
              <a:t>/: </a:t>
            </a:r>
            <a:r>
              <a:rPr lang="pt-BR" altLang="pt-BR" sz="5400" b="1">
                <a:latin typeface="Calibri" panose="020F0502020204030204" pitchFamily="34" charset="0"/>
              </a:rPr>
              <a:t>HOSANA NAS ALTURAS,/ HOSANA!</a:t>
            </a:r>
            <a:r>
              <a:rPr lang="pt-BR" altLang="pt-BR" sz="5400">
                <a:latin typeface="Calibri" panose="020F0502020204030204" pitchFamily="34" charset="0"/>
              </a:rPr>
              <a:t> :/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>
                <a:latin typeface="Calibri" panose="020F0502020204030204" pitchFamily="34" charset="0"/>
              </a:rPr>
              <a:t>2. /: BENDITO AQUELE QUE VEM,/ EM NOME DO SENHOR!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