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57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8" Type="http://schemas.openxmlformats.org/officeDocument/2006/relationships/slide" Target="slides/slide47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>
            <a:extLst>
              <a:ext uri="{FF2B5EF4-FFF2-40B4-BE49-F238E27FC236}">
                <a16:creationId xmlns:a16="http://schemas.microsoft.com/office/drawing/2014/main" id="{CBD6FFB5-57E3-F7C7-7CD0-3D7AE09AC29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4275" name="Subtítulo 2">
            <a:extLst>
              <a:ext uri="{FF2B5EF4-FFF2-40B4-BE49-F238E27FC236}">
                <a16:creationId xmlns:a16="http://schemas.microsoft.com/office/drawing/2014/main" id="{F8058801-8C6D-9106-45D1-61BB6E28E33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7. GLÓRIA AO PAI, AO FILHO E AO SANTO ESPÍRITO, * LOUVOR DESDE AGORA E PARA SEMPRE,/ AO DEUS QUE É, QUE ERA E QUE VEM, * AGORA E PELOS SÉCULOS,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