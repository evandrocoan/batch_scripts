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0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27D07E9-FF70-B0BD-AF52-06188D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950" y="188913"/>
            <a:ext cx="8928100" cy="6597650"/>
          </a:xfrm>
        </p:spPr>
        <p:txBody>
          <a:bodyPr rtlCol="0">
            <a:normAutofit fontScale="92500" lnSpcReduction="10000"/>
          </a:bodyPr>
          <a:lstStyle/>
          <a:p>
            <a:pPr>
              <a:lnSpc>
                <a:spcPct val="105000"/>
              </a:lnSpc>
              <a:spcBef>
                <a:spcPts val="0"/>
              </a:spcBef>
              <a:defRPr/>
            </a:pPr>
            <a:r>
              <a:rPr lang="pt-BR" sz="4500" b="1" kern="100" dirty="0">
                <a:latin typeface="Arial" panose="020B0604020202020204" pitchFamily="34" charset="0"/>
                <a:ea typeface="Canva Sans"/>
                <a:cs typeface="Arial" panose="020B0604020202020204" pitchFamily="34" charset="0"/>
              </a:rPr>
              <a:t>  </a:t>
            </a:r>
            <a:r>
              <a:rPr lang="pt-BR" sz="4800" b="1" kern="100" dirty="0">
                <a:latin typeface="Arial" panose="020B0604020202020204" pitchFamily="34" charset="0"/>
                <a:ea typeface="Canva Sans"/>
                <a:cs typeface="Arial" panose="020B0604020202020204" pitchFamily="34" charset="0"/>
              </a:rPr>
              <a:t>E continuai a repetir o convite a muitos de nossos jovens. Dai coragem às pessoas convidadas, dai forças para que vos sejam fiéis como apóstolos leigos, como diáconos, padres e bispos, como religiosos e religiosas para o bem do povo de Deus e de toda a humanidade. Amém!</a:t>
            </a:r>
          </a:p>
          <a:p>
            <a:pPr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endParaRPr lang="pt-B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