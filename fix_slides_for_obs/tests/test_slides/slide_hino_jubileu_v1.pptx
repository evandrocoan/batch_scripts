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29" r:id="rId7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1" Type="http://schemas.openxmlformats.org/officeDocument/2006/relationships/slide" Target="slides/slide70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ítulo 1">
            <a:extLst>
              <a:ext uri="{FF2B5EF4-FFF2-40B4-BE49-F238E27FC236}">
                <a16:creationId xmlns:a16="http://schemas.microsoft.com/office/drawing/2014/main" id="{F512CAA0-6043-D279-07A7-8ED47624AD3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95438" y="125413"/>
            <a:ext cx="9072562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00B050"/>
                </a:solidFill>
              </a:rPr>
              <a:t>Hino do Jubileu-2025</a:t>
            </a:r>
            <a:r>
              <a:rPr lang="pt-BR" altLang="pt-BR" sz="3200"/>
              <a:t>: Peregrinos de Esperança</a:t>
            </a:r>
            <a:br>
              <a:rPr lang="pt-BR" altLang="pt-BR" sz="3200"/>
            </a:br>
            <a:r>
              <a:rPr lang="pt-BR" altLang="pt-BR" sz="2200"/>
              <a:t>L: Peirangelo Sequeri – M: Francesco Meneghello – Versão: Antônio Cartageno</a:t>
            </a:r>
          </a:p>
        </p:txBody>
      </p:sp>
      <p:sp>
        <p:nvSpPr>
          <p:cNvPr id="73731" name="Subtítulo 2">
            <a:extLst>
              <a:ext uri="{FF2B5EF4-FFF2-40B4-BE49-F238E27FC236}">
                <a16:creationId xmlns:a16="http://schemas.microsoft.com/office/drawing/2014/main" id="{7A07FC89-B250-668A-2FAC-492BF826153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8" y="1557338"/>
            <a:ext cx="8964612" cy="5256212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4800" b="1"/>
              <a:t>CHAMA VIVA DA MINHA ESPERANÇA,/ ESTE CANTO SUBA PARA TI!/ SEIO ETERNO DE INFINITA VIDA,/ NO CAMINHO EU CONFIO EM TI!</a:t>
            </a:r>
          </a:p>
          <a:p>
            <a:pPr marL="0" indent="0" algn="ctr">
              <a:lnSpc>
                <a:spcPct val="80000"/>
              </a:lnSpc>
              <a:spcBef>
                <a:spcPct val="0"/>
              </a:spcBef>
              <a:buNone/>
            </a:pPr>
            <a:r>
              <a:rPr lang="pt-BR" altLang="pt-BR" sz="4400"/>
              <a:t>1. TODA LÍNGUA, POVO E NAÇÃO/ TUA LUZ ENCONTRA NA PALAVRA./ OS TEUS FILHOS, FRÁGEIS E DISPERSOS,/ SE REÚNEM NO TEU FILHO 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