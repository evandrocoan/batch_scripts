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14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>
            <a:extLst>
              <a:ext uri="{FF2B5EF4-FFF2-40B4-BE49-F238E27FC236}">
                <a16:creationId xmlns:a16="http://schemas.microsoft.com/office/drawing/2014/main" id="{84A5CF63-721F-3EAE-A19A-D8E59C65067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666876" y="115888"/>
            <a:ext cx="9001125" cy="792162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altLang="pt-BR" sz="3200">
                <a:latin typeface="Calibri" panose="020F0502020204030204" pitchFamily="34" charset="0"/>
              </a:rPr>
            </a:br>
            <a:r>
              <a:rPr lang="pt-BR" altLang="pt-BR" sz="2400">
                <a:latin typeface="Calibri" panose="020F0502020204030204" pitchFamily="34" charset="0"/>
              </a:rPr>
              <a:t>Cânon Romano – 3ª Edição Típica do Missal Romano</a:t>
            </a:r>
            <a:endParaRPr lang="pt-BR" altLang="pt-BR" sz="2400" b="1">
              <a:latin typeface="Calibri" panose="020F0502020204030204" pitchFamily="34" charset="0"/>
            </a:endParaRPr>
          </a:p>
        </p:txBody>
      </p:sp>
      <p:sp>
        <p:nvSpPr>
          <p:cNvPr id="39939" name="Subtítulo 2">
            <a:extLst>
              <a:ext uri="{FF2B5EF4-FFF2-40B4-BE49-F238E27FC236}">
                <a16:creationId xmlns:a16="http://schemas.microsoft.com/office/drawing/2014/main" id="{08508D43-BCF7-15FD-1EA4-14ACF8760D1E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666875" y="5300664"/>
            <a:ext cx="8858250" cy="1512887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>
                <a:latin typeface="Calibri" panose="020F0502020204030204" pitchFamily="34" charset="0"/>
              </a:rPr>
              <a:t>ENVIAI O VOSSO ESPÍRITO SANTO!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