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77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5" Type="http://schemas.openxmlformats.org/officeDocument/2006/relationships/slide" Target="slides/slide54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F4A6524C-3C68-357D-5563-09066BB9E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81476"/>
            <a:ext cx="9144000" cy="27035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