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1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slide" Target="slides/slide2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ubtítulo 2">
            <a:extLst>
              <a:ext uri="{FF2B5EF4-FFF2-40B4-BE49-F238E27FC236}">
                <a16:creationId xmlns:a16="http://schemas.microsoft.com/office/drawing/2014/main" id="{EEA03379-3E3F-CDD8-5249-7716048CB1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3068638"/>
            <a:ext cx="8858250" cy="3744912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ANUNCIAMOS, SENHOR, A VOSSA MORTE E PROCLAMAMOS A VOSSA RESSURREIÇÃO. VINDE, SENHOR JESUS!</a:t>
            </a:r>
          </a:p>
        </p:txBody>
      </p:sp>
      <p:sp>
        <p:nvSpPr>
          <p:cNvPr id="40963" name="Título 1">
            <a:extLst>
              <a:ext uri="{FF2B5EF4-FFF2-40B4-BE49-F238E27FC236}">
                <a16:creationId xmlns:a16="http://schemas.microsoft.com/office/drawing/2014/main" id="{F8477D76-C873-570E-B155-12CC92CB769E}"/>
              </a:ext>
            </a:extLst>
          </p:cNvPr>
          <p:cNvSpPr>
            <a:spLocks/>
          </p:cNvSpPr>
          <p:nvPr/>
        </p:nvSpPr>
        <p:spPr bwMode="auto">
          <a:xfrm>
            <a:off x="1666876" y="44450"/>
            <a:ext cx="90011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</a:rPr>
              <a:t>Anamnese (Memorial) – Mistério da fé!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