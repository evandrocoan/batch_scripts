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53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slide" Target="slides/slide43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>
            <a:extLst>
              <a:ext uri="{FF2B5EF4-FFF2-40B4-BE49-F238E27FC236}">
                <a16:creationId xmlns:a16="http://schemas.microsoft.com/office/drawing/2014/main" id="{34A6D196-6AFF-AF60-02BA-F39D86F98B2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0179" name="Subtítulo 2">
            <a:extLst>
              <a:ext uri="{FF2B5EF4-FFF2-40B4-BE49-F238E27FC236}">
                <a16:creationId xmlns:a16="http://schemas.microsoft.com/office/drawing/2014/main" id="{2FEA5EF1-7F4E-1E80-9CCC-127AD813D0B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3. A NOSSO PAI ABRAÃO JUROU LIVRAR-NOS * DO MEDO E DO TEMOR DOS INIMIGOS,/ A FIM DE QUE O SIRVAMOS PARA SEMPRE, * DIANTE DELE, EM JUSTIÇA E SANTIDADE!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