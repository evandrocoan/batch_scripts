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51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2" Type="http://schemas.openxmlformats.org/officeDocument/2006/relationships/slide" Target="slides/slide4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>
            <a:extLst>
              <a:ext uri="{FF2B5EF4-FFF2-40B4-BE49-F238E27FC236}">
                <a16:creationId xmlns:a16="http://schemas.microsoft.com/office/drawing/2014/main" id="{8A79AA5D-C868-CC0A-3F22-0B83DFCAC65C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5" y="44450"/>
            <a:ext cx="8966200" cy="711200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0000"/>
              </a:lnSpc>
            </a:pPr>
            <a:r>
              <a:rPr lang="pt-BR" altLang="pt-BR" sz="3200">
                <a:solidFill>
                  <a:srgbClr val="7030A0"/>
                </a:solidFill>
              </a:rPr>
              <a:t>Cântico de Zacarias</a:t>
            </a:r>
            <a:br>
              <a:rPr lang="pt-BR" altLang="pt-BR" sz="3200">
                <a:solidFill>
                  <a:srgbClr val="00B050"/>
                </a:solidFill>
              </a:rPr>
            </a:br>
            <a:r>
              <a:rPr lang="pt-BR" altLang="pt-BR" sz="2400"/>
              <a:t>Lc 1,68-78 – Letra: D. Marcos Barbosa – Melodia: Pe. Ney B. Pereira</a:t>
            </a:r>
          </a:p>
        </p:txBody>
      </p:sp>
      <p:sp>
        <p:nvSpPr>
          <p:cNvPr id="48131" name="Subtítulo 2">
            <a:extLst>
              <a:ext uri="{FF2B5EF4-FFF2-40B4-BE49-F238E27FC236}">
                <a16:creationId xmlns:a16="http://schemas.microsoft.com/office/drawing/2014/main" id="{5A1CC119-ACCC-1662-6558-262567EC576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5439" y="1916114"/>
            <a:ext cx="9037637" cy="4897437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800" b="1"/>
              <a:t>BENDITO SEJA O SENHOR, DEUS DE ISRAEL:/ ELE VISITA O SEU POVO E NOS SALVA!</a:t>
            </a:r>
          </a:p>
          <a:p>
            <a:pPr marL="0" indent="0" algn="ctr">
              <a:lnSpc>
                <a:spcPct val="85000"/>
              </a:lnSpc>
              <a:spcBef>
                <a:spcPts val="1200"/>
              </a:spcBef>
              <a:buNone/>
            </a:pPr>
            <a:r>
              <a:rPr lang="pt-BR" altLang="pt-BR" sz="4400"/>
              <a:t>1. FORÇA E SALVAÇÃO SUSCITA EM NÓS * DA CASA DE DAVI, SEU SERVIDOR,/ CONFORME ANUNCIARA EM TEMPOS IDOS, * PELA BOCA DOS SANTOS, SEUS PROFETAS!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