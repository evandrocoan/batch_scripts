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11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WordArt 10">
            <a:extLst>
              <a:ext uri="{FF2B5EF4-FFF2-40B4-BE49-F238E27FC236}">
                <a16:creationId xmlns:a16="http://schemas.microsoft.com/office/drawing/2014/main" id="{A9295C99-ADF0-3A9F-155A-E39572927CE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063750" y="5949951"/>
            <a:ext cx="8064500" cy="79216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Wave1">
              <a:avLst>
                <a:gd name="adj1" fmla="val 13005"/>
                <a:gd name="adj2" fmla="val 0"/>
              </a:avLst>
            </a:prstTxWarp>
          </a:bodyPr>
          <a:lstStyle/>
          <a:p>
            <a:pPr algn="ctr"/>
            <a:r>
              <a:rPr lang="pt-BR" sz="2800" b="1" kern="10">
                <a:solidFill>
                  <a:srgbClr val="FF0000"/>
                </a:solidFill>
                <a:effectLst>
                  <a:outerShdw dist="53882" dir="2700000" algn="ctr" rotWithShape="0">
                    <a:srgbClr val="C0C0C0">
                      <a:alpha val="79999"/>
                    </a:srgbClr>
                  </a:outerShdw>
                </a:effectLst>
                <a:latin typeface="Book Antiqua" panose="02040602050305030304" pitchFamily="18" charset="0"/>
              </a:rPr>
              <a:t>Nascimento de João Batista</a:t>
            </a:r>
          </a:p>
        </p:txBody>
      </p:sp>
      <p:sp>
        <p:nvSpPr>
          <p:cNvPr id="22531" name="WordArt 8">
            <a:extLst>
              <a:ext uri="{FF2B5EF4-FFF2-40B4-BE49-F238E27FC236}">
                <a16:creationId xmlns:a16="http://schemas.microsoft.com/office/drawing/2014/main" id="{7B8A1AE2-0869-AAB9-81AA-9C6099EE519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135188" y="528639"/>
            <a:ext cx="6697662" cy="6683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CC00FF"/>
                </a:solidFill>
                <a:effectLst>
                  <a:outerShdw dist="563972" dir="14049741" sx="125000" sy="125000" algn="tl" rotWithShape="0">
                    <a:srgbClr val="C7DFD3">
                      <a:alpha val="79999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4ª Semana do Tempo do Advento – Ano 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B361A16-D161-FC0F-4300-A61233FE7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848" y="1506976"/>
            <a:ext cx="3362089" cy="4154272"/>
          </a:xfrm>
          <a:prstGeom prst="rect">
            <a:avLst/>
          </a:prstGeom>
          <a:effectLst>
            <a:glow rad="508000">
              <a:srgbClr val="7030A0">
                <a:alpha val="40000"/>
              </a:srgbClr>
            </a:glow>
          </a:effectLst>
        </p:spPr>
      </p:pic>
      <p:pic>
        <p:nvPicPr>
          <p:cNvPr id="7" name="Picture 14" descr="Resultado de imagem para quarto domingo do advento 2016">
            <a:extLst>
              <a:ext uri="{FF2B5EF4-FFF2-40B4-BE49-F238E27FC236}">
                <a16:creationId xmlns:a16="http://schemas.microsoft.com/office/drawing/2014/main" id="{F9BC5328-AD8F-0201-1B05-E0CF2B3A2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84032" y="1485006"/>
            <a:ext cx="3245256" cy="2160018"/>
          </a:xfrm>
          <a:prstGeom prst="rect">
            <a:avLst/>
          </a:prstGeom>
          <a:noFill/>
          <a:ln>
            <a:noFill/>
          </a:ln>
          <a:effectLst>
            <a:glow rad="508000">
              <a:srgbClr val="FFFF00">
                <a:alpha val="40000"/>
              </a:srgbClr>
            </a:glow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BABA8D3-F0D6-6C12-811F-70935AEB7E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249" y="3107004"/>
            <a:ext cx="1728193" cy="255424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>
            <a:glow rad="508000">
              <a:srgbClr val="00B050">
                <a:alpha val="40000"/>
              </a:srgbClr>
            </a:glo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