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049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4" Type="http://schemas.openxmlformats.org/officeDocument/2006/relationships/slide" Target="slides/slide23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ítulo 1">
            <a:extLst>
              <a:ext uri="{FF2B5EF4-FFF2-40B4-BE49-F238E27FC236}">
                <a16:creationId xmlns:a16="http://schemas.microsoft.com/office/drawing/2014/main" id="{0A084717-27B2-A8B9-15A9-F7326E85700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6" y="115888"/>
            <a:ext cx="9001125" cy="792162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/>
              <a:t>Conclusão à Preparação das Oferendas</a:t>
            </a:r>
            <a:br>
              <a:rPr lang="pt-BR" altLang="pt-BR" sz="3200"/>
            </a:br>
            <a:r>
              <a:rPr lang="pt-BR" altLang="pt-BR" sz="2400"/>
              <a:t>Cânon Romano – 3ª Edição Típica do Missal Romano</a:t>
            </a:r>
            <a:endParaRPr lang="pt-BR" altLang="pt-BR" sz="2400" b="1"/>
          </a:p>
        </p:txBody>
      </p:sp>
      <p:sp>
        <p:nvSpPr>
          <p:cNvPr id="37891" name="Subtítulo 2">
            <a:extLst>
              <a:ext uri="{FF2B5EF4-FFF2-40B4-BE49-F238E27FC236}">
                <a16:creationId xmlns:a16="http://schemas.microsoft.com/office/drawing/2014/main" id="{A522748A-BF11-89BB-AD9F-176963A68B84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66876" y="3716338"/>
            <a:ext cx="8893175" cy="3168650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ct val="0"/>
              </a:spcBef>
              <a:buNone/>
            </a:pPr>
            <a:r>
              <a:rPr lang="pt-BR" altLang="pt-BR" sz="4800" b="1"/>
              <a:t>RECEBA O SENHOR POR TUAS MÃOS ESTE SACRIFÍCIO, PARA GLÓRIA DO SEU NOME, PARA NOSSO BEM E DE TODA A </a:t>
            </a:r>
            <a:r>
              <a:rPr lang="pt-BR" altLang="pt-BR" sz="4800" b="1">
                <a:solidFill>
                  <a:srgbClr val="FF0000"/>
                </a:solidFill>
              </a:rPr>
              <a:t>SUA</a:t>
            </a:r>
            <a:r>
              <a:rPr lang="pt-BR" altLang="pt-BR" sz="4800" b="1"/>
              <a:t> SANTA IGREJA.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