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9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7" Type="http://schemas.openxmlformats.org/officeDocument/2006/relationships/slide" Target="slides/slide56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AB4CA302-2C8B-FF83-6BDE-4D202AC34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