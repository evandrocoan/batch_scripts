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55" r:id="rId4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6" Type="http://schemas.openxmlformats.org/officeDocument/2006/relationships/slide" Target="slides/slide45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ítulo 1">
            <a:extLst>
              <a:ext uri="{FF2B5EF4-FFF2-40B4-BE49-F238E27FC236}">
                <a16:creationId xmlns:a16="http://schemas.microsoft.com/office/drawing/2014/main" id="{310640F6-6EB2-0E16-E326-50CE937F003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5" y="44450"/>
            <a:ext cx="8966200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52227" name="Subtítulo 2">
            <a:extLst>
              <a:ext uri="{FF2B5EF4-FFF2-40B4-BE49-F238E27FC236}">
                <a16:creationId xmlns:a16="http://schemas.microsoft.com/office/drawing/2014/main" id="{0FCAAC33-96D0-2455-18E9-F8C90374E48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9" y="1916114"/>
            <a:ext cx="9037637" cy="4897437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5. ANUNCIANDO A SEU POVO A SALVAÇÃO, * A SEU POVO O PERDÃO DOS PECADOS,/ GRAÇAS À COMPAIXÃO DO NOSSO DEUS, * O NOSSO DEUS QUE VEM NOS VISITAR!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