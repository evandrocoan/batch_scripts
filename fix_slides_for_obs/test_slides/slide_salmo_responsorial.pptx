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12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13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ítulo 1">
            <a:extLst>
              <a:ext uri="{FF2B5EF4-FFF2-40B4-BE49-F238E27FC236}">
                <a16:creationId xmlns:a16="http://schemas.microsoft.com/office/drawing/2014/main" id="{B422B24F-03BC-D16C-8B11-E428456C1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6875" y="125414"/>
            <a:ext cx="8572500" cy="803275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9900CC"/>
                </a:solidFill>
              </a:rPr>
              <a:t>Salmo responsorial</a:t>
            </a:r>
            <a:r>
              <a:rPr lang="pt-BR" altLang="pt-BR" sz="3200"/>
              <a:t>: Sl 24/25</a:t>
            </a:r>
            <a:br>
              <a:rPr lang="pt-BR" altLang="pt-BR" sz="3200"/>
            </a:br>
            <a:r>
              <a:rPr lang="pt-BR" altLang="pt-BR" sz="2400"/>
              <a:t>Lecionário Ferial – Melodia: Ir. Míria Therezinha Kolling,icm</a:t>
            </a:r>
          </a:p>
        </p:txBody>
      </p:sp>
      <p:sp>
        <p:nvSpPr>
          <p:cNvPr id="31747" name="Subtítulo 2">
            <a:extLst>
              <a:ext uri="{FF2B5EF4-FFF2-40B4-BE49-F238E27FC236}">
                <a16:creationId xmlns:a16="http://schemas.microsoft.com/office/drawing/2014/main" id="{8F120163-F340-22DA-5D12-3AE584411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439" y="4797426"/>
            <a:ext cx="9037637" cy="201612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pt-BR" altLang="pt-BR" sz="4800" b="1"/>
              <a:t>LEVANTAI VOSSA CABEÇA E OLHAI,/ POIS A VOSSA REDENÇÃO SE APROXIMA!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