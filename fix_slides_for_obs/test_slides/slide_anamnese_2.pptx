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17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30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ubtítulo 2">
            <a:extLst>
              <a:ext uri="{FF2B5EF4-FFF2-40B4-BE49-F238E27FC236}">
                <a16:creationId xmlns:a16="http://schemas.microsoft.com/office/drawing/2014/main" id="{382C3A79-4BEB-0E81-F8CD-30BDB6840E2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2636838"/>
            <a:ext cx="8858250" cy="417671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5400" b="1"/>
              <a:t>TODAS AS VEZES QUE COMEMOS DESTE PÃO/ E BEBEMOS DESTE CÁLICE,/ ANUNCIAMOS, SENHOR, A VOSSA MORTE,/ ENQUANTO ESPERAMOS A VOSSA VINDA.</a:t>
            </a:r>
          </a:p>
        </p:txBody>
      </p:sp>
      <p:sp>
        <p:nvSpPr>
          <p:cNvPr id="41987" name="Título 1">
            <a:extLst>
              <a:ext uri="{FF2B5EF4-FFF2-40B4-BE49-F238E27FC236}">
                <a16:creationId xmlns:a16="http://schemas.microsoft.com/office/drawing/2014/main" id="{7A62706A-C002-B361-8A34-62F2E205432C}"/>
              </a:ext>
            </a:extLst>
          </p:cNvPr>
          <p:cNvSpPr>
            <a:spLocks/>
          </p:cNvSpPr>
          <p:nvPr/>
        </p:nvSpPr>
        <p:spPr bwMode="auto">
          <a:xfrm>
            <a:off x="1666876" y="44450"/>
            <a:ext cx="90011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</a:rPr>
              <a:t>Anamnese (Memorial) – Mistério da fé e do amor!</a:t>
            </a:r>
            <a:br>
              <a:rPr lang="pt-BR" altLang="pt-BR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