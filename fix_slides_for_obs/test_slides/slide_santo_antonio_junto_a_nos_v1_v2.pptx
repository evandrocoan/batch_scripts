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390" r:id="rId6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8" Type="http://schemas.openxmlformats.org/officeDocument/2006/relationships/slide" Target="slides/slide67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ubtítulo 2">
            <a:extLst>
              <a:ext uri="{FF2B5EF4-FFF2-40B4-BE49-F238E27FC236}">
                <a16:creationId xmlns:a16="http://schemas.microsoft.com/office/drawing/2014/main" id="{411DD2BB-C6F1-9174-5052-9D17A70731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1950" y="1268414"/>
            <a:ext cx="8928100" cy="5545137"/>
          </a:xfrm>
        </p:spPr>
        <p:txBody>
          <a:bodyPr>
            <a:normAutofit fontScale="92500"/>
          </a:bodyPr>
          <a:lstStyle/>
          <a:p>
            <a:pPr>
              <a:lnSpc>
                <a:spcPct val="80000"/>
              </a:lnSpc>
              <a:spcBef>
                <a:spcPts val="1200"/>
              </a:spcBef>
            </a:pPr>
            <a:r>
              <a:rPr lang="pt-BR" altLang="pt-BR" sz="4400"/>
              <a:t>1. SANTO ANTÔNIO, QUE ESTÁS JUNTO A NÓS,/ NOS AJUDA A PLANTAR MUNDO NOVO./: </a:t>
            </a:r>
            <a:r>
              <a:rPr lang="pt-BR" altLang="pt-BR" sz="4400" b="1"/>
              <a:t>ONDE A PAZ,A JUSTIÇA E A VERDADE/ SEJAM FORÇA E ESPERANÇA DO NOVO.</a:t>
            </a:r>
            <a:r>
              <a:rPr lang="pt-BR" altLang="pt-BR" sz="4400"/>
              <a:t> :/</a:t>
            </a:r>
          </a:p>
          <a:p>
            <a:pPr>
              <a:lnSpc>
                <a:spcPct val="80000"/>
              </a:lnSpc>
              <a:spcBef>
                <a:spcPts val="1200"/>
              </a:spcBef>
            </a:pPr>
            <a:r>
              <a:rPr lang="pt-BR" altLang="pt-BR" sz="4400"/>
              <a:t>2. SANTO ANTÔNIO, PRESENTE NA LUTA/ DE QUEM PARTE NA BUSCA DO PÃO,/: </a:t>
            </a:r>
            <a:r>
              <a:rPr lang="pt-BR" altLang="pt-BR" sz="4400" b="1"/>
              <a:t>QUE O SUOR DERRAMADO CULTIVE/ A SEMENTE DO REINO DE IRMÃOS.</a:t>
            </a:r>
            <a:r>
              <a:rPr lang="pt-BR" altLang="pt-BR" sz="4400"/>
              <a:t> :/</a:t>
            </a:r>
          </a:p>
        </p:txBody>
      </p:sp>
      <p:sp>
        <p:nvSpPr>
          <p:cNvPr id="71683" name="Título 1">
            <a:extLst>
              <a:ext uri="{FF2B5EF4-FFF2-40B4-BE49-F238E27FC236}">
                <a16:creationId xmlns:a16="http://schemas.microsoft.com/office/drawing/2014/main" id="{E3911F3A-BBF1-48C1-2012-8D6CDFC508DA}"/>
              </a:ext>
            </a:extLst>
          </p:cNvPr>
          <p:cNvSpPr>
            <a:spLocks/>
          </p:cNvSpPr>
          <p:nvPr/>
        </p:nvSpPr>
        <p:spPr bwMode="auto">
          <a:xfrm>
            <a:off x="1666876" y="125414"/>
            <a:ext cx="9001125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pt-BR" altLang="pt-BR">
                <a:solidFill>
                  <a:srgbClr val="7030A0"/>
                </a:solidFill>
              </a:rPr>
              <a:t>Santo Antônio, que estás junto a nós</a:t>
            </a:r>
            <a:br>
              <a:rPr lang="pt-BR" altLang="pt-BR">
                <a:solidFill>
                  <a:srgbClr val="FFFFFF"/>
                </a:solidFill>
              </a:rPr>
            </a:br>
            <a:r>
              <a:rPr lang="pt-BR" altLang="pt-BR" sz="2400">
                <a:solidFill>
                  <a:srgbClr val="000000"/>
                </a:solidFill>
              </a:rPr>
              <a:t>Fr. Fernando Antônio Fabreti,ofm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