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76" r:id="rId5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4" Type="http://schemas.openxmlformats.org/officeDocument/2006/relationships/slide" Target="slides/slide53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954C5DB9-D96A-DC8A-165C-C12FF0A46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5726"/>
            <a:ext cx="9144000" cy="6486525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sz="4286" b="1" i="1" dirty="0">
              <a:solidFill>
                <a:srgbClr val="FFFF00"/>
              </a:solidFill>
            </a:endParaRPr>
          </a:p>
          <a:p>
            <a:pPr algn="ctr" eaLnBrk="1" hangingPunct="1">
              <a:defRPr/>
            </a:pPr>
            <a:r>
              <a:rPr lang="pt-BR" sz="4286" b="1" i="1" dirty="0">
                <a:solidFill>
                  <a:prstClr val="black"/>
                </a:solidFill>
              </a:rPr>
              <a:t>Responsório de Santo Antônio</a:t>
            </a:r>
          </a:p>
          <a:p>
            <a:pPr algn="ctr" eaLnBrk="1" hangingPunct="1">
              <a:defRPr/>
            </a:pPr>
            <a:endParaRPr lang="pt-BR" sz="4286" b="1" dirty="0">
              <a:solidFill>
                <a:srgbClr val="009DD9"/>
              </a:solidFill>
            </a:endParaRPr>
          </a:p>
          <a:p>
            <a:pPr algn="ctr" eaLnBrk="1" hangingPunct="1">
              <a:defRPr/>
            </a:pPr>
            <a:endParaRPr lang="pt-BR" sz="4286" b="1" dirty="0">
              <a:solidFill>
                <a:srgbClr val="009DD9"/>
              </a:solidFill>
            </a:endParaRPr>
          </a:p>
          <a:p>
            <a:pPr algn="ctr" eaLnBrk="1" hangingPunct="1">
              <a:defRPr/>
            </a:pPr>
            <a:endParaRPr lang="pt-BR" sz="3143" b="1" dirty="0">
              <a:solidFill>
                <a:srgbClr val="009DD9"/>
              </a:solidFill>
            </a:endParaRPr>
          </a:p>
          <a:p>
            <a:pPr algn="ctr" eaLnBrk="1" hangingPunct="1">
              <a:defRPr/>
            </a:pPr>
            <a:endParaRPr lang="pt-BR" sz="4286" b="1" dirty="0">
              <a:solidFill>
                <a:srgbClr val="009DD9"/>
              </a:solidFill>
            </a:endParaRPr>
          </a:p>
          <a:p>
            <a:pPr algn="ctr" eaLnBrk="1" hangingPunct="1">
              <a:defRPr/>
            </a:pPr>
            <a:r>
              <a:rPr lang="pt-BR" sz="4286" b="1" dirty="0">
                <a:solidFill>
                  <a:prstClr val="black"/>
                </a:solidFill>
              </a:rPr>
              <a:t>1- Se milagres tu procuras. / Vai, recorre a Santo Antônio: / Verás fugir as maldades / e as tentações do demônio.</a:t>
            </a:r>
            <a:endParaRPr lang="pt-BR" sz="4286" b="1" i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