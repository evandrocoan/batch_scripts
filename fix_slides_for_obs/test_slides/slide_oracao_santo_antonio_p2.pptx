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3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1" Type="http://schemas.openxmlformats.org/officeDocument/2006/relationships/slide" Target="slides/slide50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>
            <a:extLst>
              <a:ext uri="{FF2B5EF4-FFF2-40B4-BE49-F238E27FC236}">
                <a16:creationId xmlns:a16="http://schemas.microsoft.com/office/drawing/2014/main" id="{958D3ED2-3354-1EA2-DF4F-EA6E339A4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73376"/>
            <a:ext cx="9144000" cy="402272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r>
              <a:rPr lang="pt-BR" sz="4286" b="1" dirty="0">
                <a:solidFill>
                  <a:prstClr val="black"/>
                </a:solidFill>
              </a:rPr>
              <a:t>Ajudai-me a viver de acordo com o vosso modelo e a levar aos meus irmãos e irmãs a mensagem da aliança, do Evangelho e do amor de Jesus Cristo.</a:t>
            </a:r>
            <a:endParaRPr lang="pt-BR" sz="4286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