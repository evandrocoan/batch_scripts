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84" r:id="rId6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2" Type="http://schemas.openxmlformats.org/officeDocument/2006/relationships/slide" Target="slides/slide6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>
            <a:extLst>
              <a:ext uri="{FF2B5EF4-FFF2-40B4-BE49-F238E27FC236}">
                <a16:creationId xmlns:a16="http://schemas.microsoft.com/office/drawing/2014/main" id="{4950CA20-8F2A-7082-B71F-D4CA39070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137026"/>
            <a:ext cx="9144000" cy="2747963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>
                <a:solidFill>
                  <a:prstClr val="black"/>
                </a:solidFill>
              </a:rPr>
              <a:t>C: Rogai por nós Santo Antônio.</a:t>
            </a:r>
          </a:p>
          <a:p>
            <a:pPr algn="ctr" eaLnBrk="1" hangingPunct="1">
              <a:defRPr/>
            </a:pPr>
            <a:endParaRPr lang="pt-BR" sz="2286">
              <a:solidFill>
                <a:prstClr val="black"/>
              </a:solidFill>
            </a:endParaRPr>
          </a:p>
          <a:p>
            <a:pPr algn="ctr" eaLnBrk="1" hangingPunct="1">
              <a:defRPr/>
            </a:pPr>
            <a:r>
              <a:rPr lang="pt-BR" sz="2286">
                <a:solidFill>
                  <a:prstClr val="black"/>
                </a:solidFill>
              </a:rPr>
              <a:t> </a:t>
            </a:r>
          </a:p>
          <a:p>
            <a:pPr algn="ctr" eaLnBrk="1" hangingPunct="1">
              <a:defRPr/>
            </a:pPr>
            <a:r>
              <a:rPr lang="pt-BR" sz="4286" b="1">
                <a:solidFill>
                  <a:prstClr val="black"/>
                </a:solidFill>
              </a:rPr>
              <a:t>T: Para que sejamos dignos das promessas de Cristo.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