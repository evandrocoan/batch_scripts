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4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761D1E91-A58D-C246-EC81-69030C81B37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8"/>
            <a:ext cx="9001125" cy="576262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defRPr/>
            </a:pPr>
            <a:r>
              <a:rPr lang="pt-BR" altLang="pt-BR" sz="3200" dirty="0">
                <a:solidFill>
                  <a:srgbClr val="7030A0"/>
                </a:solidFill>
                <a:ea typeface="+mn-ea"/>
                <a:cs typeface="+mn-cs"/>
              </a:rPr>
              <a:t>Oração da comunidade</a:t>
            </a:r>
          </a:p>
        </p:txBody>
      </p:sp>
      <p:sp>
        <p:nvSpPr>
          <p:cNvPr id="33795" name="Subtítulo 2">
            <a:extLst>
              <a:ext uri="{FF2B5EF4-FFF2-40B4-BE49-F238E27FC236}">
                <a16:creationId xmlns:a16="http://schemas.microsoft.com/office/drawing/2014/main" id="{C5251461-3BD7-BB37-1566-65716B525B49}"/>
              </a:ext>
            </a:extLst>
          </p:cNvPr>
          <p:cNvSpPr txBox="1">
            <a:spLocks/>
          </p:cNvSpPr>
          <p:nvPr/>
        </p:nvSpPr>
        <p:spPr bwMode="auto">
          <a:xfrm>
            <a:off x="1666876" y="5300664"/>
            <a:ext cx="8893175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000000"/>
                </a:solidFill>
              </a:rPr>
              <a:t>MOSTRAI-NOS, Ó SENHOR, VOSSOS CAMINHOS.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