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43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slide" Target="slides/slide15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ítulo 1">
            <a:extLst>
              <a:ext uri="{FF2B5EF4-FFF2-40B4-BE49-F238E27FC236}">
                <a16:creationId xmlns:a16="http://schemas.microsoft.com/office/drawing/2014/main" id="{566A90D7-97D2-6E99-3143-72920C4EB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876" y="115889"/>
            <a:ext cx="9001125" cy="649287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  <a:defRPr/>
            </a:pPr>
            <a:r>
              <a:rPr lang="pt-BR" sz="3200" dirty="0">
                <a:solidFill>
                  <a:srgbClr val="7030A0"/>
                </a:solidFill>
                <a:ea typeface="+mn-ea"/>
                <a:cs typeface="+mn-cs"/>
              </a:rPr>
              <a:t>Aleluia!</a:t>
            </a:r>
            <a:br>
              <a:rPr lang="pt-BR" sz="3200" dirty="0"/>
            </a:br>
            <a:r>
              <a:rPr lang="pt-BR" sz="2400" dirty="0"/>
              <a:t>Ir. </a:t>
            </a:r>
            <a:r>
              <a:rPr lang="pt-BR" sz="2400" dirty="0" err="1"/>
              <a:t>Lindberg</a:t>
            </a:r>
            <a:r>
              <a:rPr lang="pt-BR" sz="2400" dirty="0"/>
              <a:t> </a:t>
            </a:r>
            <a:r>
              <a:rPr lang="pt-BR" sz="2400" dirty="0" err="1"/>
              <a:t>Pires,sj</a:t>
            </a:r>
            <a:endParaRPr lang="pt-BR" sz="2400" dirty="0"/>
          </a:p>
        </p:txBody>
      </p:sp>
      <p:sp>
        <p:nvSpPr>
          <p:cNvPr id="32771" name="Subtítulo 2">
            <a:extLst>
              <a:ext uri="{FF2B5EF4-FFF2-40B4-BE49-F238E27FC236}">
                <a16:creationId xmlns:a16="http://schemas.microsoft.com/office/drawing/2014/main" id="{37B1A5A3-A641-4A3F-D7C0-D66FB2DB5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6876" y="1989138"/>
            <a:ext cx="8893175" cy="4824412"/>
          </a:xfrm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0"/>
              </a:spcBef>
            </a:pPr>
            <a:r>
              <a:rPr lang="pt-BR" altLang="pt-BR" sz="5400"/>
              <a:t>/: </a:t>
            </a:r>
            <a:r>
              <a:rPr lang="pt-BR" altLang="pt-BR" sz="5400" b="1"/>
              <a:t>ALELUIA, ALELUIA!/ ALELUIA, ALELUIA!</a:t>
            </a:r>
            <a:r>
              <a:rPr lang="pt-BR" altLang="pt-BR" sz="5400"/>
              <a:t> :/</a:t>
            </a:r>
          </a:p>
          <a:p>
            <a:pPr eaLnBrk="1" hangingPunct="1">
              <a:lnSpc>
                <a:spcPct val="85000"/>
              </a:lnSpc>
            </a:pPr>
            <a:r>
              <a:rPr lang="pt-BR" altLang="pt-BR" sz="4800"/>
              <a:t>Ó REI E SENHOR DAS NAÇÕES E PEDRA ANGULAR DA IGREJA,/ VINDE SALVAR A MULHER E O HOMEM, QUE UM DIA, FORMASTES DO BARRO!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