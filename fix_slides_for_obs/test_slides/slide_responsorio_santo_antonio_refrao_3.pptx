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81" r:id="rId5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9" Type="http://schemas.openxmlformats.org/officeDocument/2006/relationships/slide" Target="slides/slide58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6B934830-3350-C40C-4B04-AA9E03EF0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81476"/>
            <a:ext cx="9144000" cy="27035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 i="1">
                <a:solidFill>
                  <a:prstClr val="black"/>
                </a:solidFill>
              </a:rPr>
              <a:t>Faz encontrar o perdido, rompe a grade da prisão,  cede o mar embravecido, silencia a voz do trovão.</a:t>
            </a:r>
            <a:r>
              <a:rPr lang="pt-BR" sz="4286">
                <a:solidFill>
                  <a:prstClr val="black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