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80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8" Type="http://schemas.openxmlformats.org/officeDocument/2006/relationships/slide" Target="slides/slide57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AADB5AF9-489B-A9D5-C3D5-C575C7410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149726"/>
            <a:ext cx="9144000" cy="336232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3- Foge a peste, o erro, a morte / de Antônio a invocação. / O fraco torna-se forte / e o enfermo se torna são.</a:t>
            </a:r>
          </a:p>
          <a:p>
            <a:pPr algn="ctr" eaLnBrk="1" hangingPunct="1">
              <a:defRPr/>
            </a:pPr>
            <a:endParaRPr lang="pt-BR" sz="4286" b="1" i="1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