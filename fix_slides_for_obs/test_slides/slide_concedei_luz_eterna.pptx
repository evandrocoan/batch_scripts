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026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0" Type="http://schemas.openxmlformats.org/officeDocument/2006/relationships/slide" Target="slides/slide39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ubtítulo 2">
            <a:extLst>
              <a:ext uri="{FF2B5EF4-FFF2-40B4-BE49-F238E27FC236}">
                <a16:creationId xmlns:a16="http://schemas.microsoft.com/office/drawing/2014/main" id="{B0474E01-E80A-E11B-9120-E047355BC974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666875" y="5300664"/>
            <a:ext cx="8858250" cy="1512887"/>
          </a:xfrm>
        </p:spPr>
        <p:txBody>
          <a:bodyPr>
            <a:normAutofit lnSpcReduction="10000"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pt-BR" altLang="pt-BR" sz="5400" b="1">
                <a:latin typeface="Calibri" panose="020F0502020204030204" pitchFamily="34" charset="0"/>
              </a:rPr>
              <a:t>CONCEDEI-LHES, Ó SENHOR, A LUZ ETERNA!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0835302-34EB-2B63-097A-F4C3927D7512}"/>
              </a:ext>
            </a:extLst>
          </p:cNvPr>
          <p:cNvSpPr txBox="1">
            <a:spLocks/>
          </p:cNvSpPr>
          <p:nvPr/>
        </p:nvSpPr>
        <p:spPr bwMode="auto">
          <a:xfrm>
            <a:off x="1666876" y="115888"/>
            <a:ext cx="9001125" cy="79216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>
              <a:lnSpc>
                <a:spcPct val="85000"/>
              </a:lnSpc>
              <a:defRPr/>
            </a:pPr>
            <a: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  <a:t>Oração Eucarística II: Aclamações da assembleia</a:t>
            </a:r>
            <a:br>
              <a:rPr lang="pt-BR" sz="3200" kern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pt-BR" sz="2400" kern="0" dirty="0">
                <a:solidFill>
                  <a:srgbClr val="000000"/>
                </a:solidFill>
                <a:latin typeface="Calibri" panose="020F0502020204030204" pitchFamily="34" charset="0"/>
              </a:rPr>
              <a:t>Cânon Romano – 3ª Edição Típica do Missal Romano</a:t>
            </a:r>
            <a:endParaRPr lang="pt-BR" sz="2400" b="1" kern="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