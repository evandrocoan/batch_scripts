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75" r:id="rId5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3" Type="http://schemas.openxmlformats.org/officeDocument/2006/relationships/slide" Target="slides/slide52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>
            <a:extLst>
              <a:ext uri="{FF2B5EF4-FFF2-40B4-BE49-F238E27FC236}">
                <a16:creationId xmlns:a16="http://schemas.microsoft.com/office/drawing/2014/main" id="{65207515-B6F1-EFE4-9EB6-2906A936F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2220914"/>
            <a:ext cx="9144000" cy="4681537"/>
          </a:xfrm>
          <a:prstGeom prst="rect">
            <a:avLst/>
          </a:prstGeom>
          <a:noFill/>
          <a:ln>
            <a:noFill/>
          </a:ln>
          <a:effectLst/>
        </p:spPr>
        <p:txBody>
          <a:bodyPr lIns="65306" tIns="32653" rIns="65306" bIns="32653">
            <a:spAutoFit/>
          </a:bodyPr>
          <a:lstStyle>
            <a:lvl1pPr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2795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Intercedei para que eu tenha saúde, prosperidade, harmonia, alegria e paz.  Inspirai-me na prática do bem e ajudai-me a alcançar a vida eterna.</a:t>
            </a:r>
          </a:p>
          <a:p>
            <a:pPr algn="ctr" eaLnBrk="1" hangingPunct="1">
              <a:defRPr/>
            </a:pPr>
            <a:endParaRPr lang="pt-BR" sz="4286" b="1">
              <a:solidFill>
                <a:prstClr val="black"/>
              </a:solidFill>
            </a:endParaRPr>
          </a:p>
          <a:p>
            <a:pPr algn="r" eaLnBrk="1" hangingPunct="1">
              <a:defRPr/>
            </a:pPr>
            <a:r>
              <a:rPr lang="pt-BR" sz="4286" b="1">
                <a:solidFill>
                  <a:prstClr val="black"/>
                </a:solidFill>
              </a:rPr>
              <a:t>Amém.</a:t>
            </a:r>
            <a:r>
              <a:rPr lang="pt-BR" sz="4286">
                <a:solidFill>
                  <a:srgbClr val="FFFF00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