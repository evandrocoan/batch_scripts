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8" r:id="rId5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6" Type="http://schemas.openxmlformats.org/officeDocument/2006/relationships/slide" Target="slides/slide55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28BE3430-6C31-3EA6-348B-463D7B6BB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94151"/>
            <a:ext cx="9144000" cy="3363913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2- Em graças são transformados, / todos os males humanos. / Provam-no todos os homens, / sobretudo os paduanos.</a:t>
            </a:r>
          </a:p>
          <a:p>
            <a:pPr algn="ctr" eaLnBrk="1" hangingPunct="1">
              <a:defRPr/>
            </a:pPr>
            <a:endParaRPr lang="pt-BR" sz="4286" b="1" i="1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