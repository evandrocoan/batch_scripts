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6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1" Type="http://schemas.openxmlformats.org/officeDocument/2006/relationships/slide" Target="slides/slide20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>
            <a:extLst>
              <a:ext uri="{FF2B5EF4-FFF2-40B4-BE49-F238E27FC236}">
                <a16:creationId xmlns:a16="http://schemas.microsoft.com/office/drawing/2014/main" id="{D65FDEB8-4016-D7FF-B866-6B236ABFA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876" y="125414"/>
            <a:ext cx="9001125" cy="782637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6600CC"/>
                </a:solidFill>
              </a:rPr>
              <a:t>Eis, Senhor, a tua vinha</a:t>
            </a:r>
            <a:br>
              <a:rPr lang="pt-BR" altLang="pt-BR" sz="3200"/>
            </a:br>
            <a:r>
              <a:rPr lang="pt-BR" altLang="pt-BR" sz="2400"/>
              <a:t>João de Araújo e Ir. Míria Therezinha Kolling,icm</a:t>
            </a:r>
          </a:p>
        </p:txBody>
      </p:sp>
      <p:sp>
        <p:nvSpPr>
          <p:cNvPr id="35843" name="Subtítulo 2">
            <a:extLst>
              <a:ext uri="{FF2B5EF4-FFF2-40B4-BE49-F238E27FC236}">
                <a16:creationId xmlns:a16="http://schemas.microsoft.com/office/drawing/2014/main" id="{135A2E28-CB7E-E85A-C2E8-B47045071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8925" y="1298575"/>
            <a:ext cx="9144000" cy="5545138"/>
          </a:xfrm>
        </p:spPr>
        <p:txBody>
          <a:bodyPr>
            <a:normAutofit lnSpcReduction="10000"/>
          </a:bodyPr>
          <a:lstStyle/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pt-BR" altLang="pt-BR" sz="4400"/>
              <a:t>2. NA TERRA JÁ BROTA A ESPERANÇA/ E A GRAÇA DE DEUS VEM DIZER/ QUE O POVO DA NOVA ALIANÇA,/ TAMBÉM, OFERENDA VAI SER.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pt-BR" altLang="pt-BR" sz="4800" b="1"/>
              <a:t>EIS, SENHOR, A TUA VINHA/ FRUTOS MIL TE TRAZ, SENHOR./ MAS TEU POVO QUE CAMINHA,/ MAIS QUE FRUTO, É DOM DE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