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20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4" Type="http://schemas.openxmlformats.org/officeDocument/2006/relationships/slide" Target="slides/slide33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ubtítulo 2">
            <a:extLst>
              <a:ext uri="{FF2B5EF4-FFF2-40B4-BE49-F238E27FC236}">
                <a16:creationId xmlns:a16="http://schemas.microsoft.com/office/drawing/2014/main" id="{C54C7129-FDC2-BAEE-6908-B0EAA679F765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666875" y="5300664"/>
            <a:ext cx="8858250" cy="1512887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>
                <a:latin typeface="Calibri" panose="020F0502020204030204" pitchFamily="34" charset="0"/>
              </a:rPr>
              <a:t>ACEITAI, Ó SENHOR, A NOSSA OFERTA!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A534267-CF3E-2D97-2F5F-CF784A6ED8A4}"/>
              </a:ext>
            </a:extLst>
          </p:cNvPr>
          <p:cNvSpPr txBox="1">
            <a:spLocks/>
          </p:cNvSpPr>
          <p:nvPr/>
        </p:nvSpPr>
        <p:spPr bwMode="auto">
          <a:xfrm>
            <a:off x="1666876" y="115888"/>
            <a:ext cx="9001125" cy="7921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85000"/>
              </a:lnSpc>
              <a:defRPr/>
            </a:pPr>
            <a: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pt-BR" sz="2400" kern="0" dirty="0">
                <a:solidFill>
                  <a:srgbClr val="000000"/>
                </a:solidFill>
                <a:latin typeface="Calibri" panose="020F0502020204030204" pitchFamily="34" charset="0"/>
              </a:rPr>
              <a:t>Cânon Romano – 3ª Edição Típica do Missal Romano</a:t>
            </a:r>
            <a:endParaRPr lang="pt-BR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