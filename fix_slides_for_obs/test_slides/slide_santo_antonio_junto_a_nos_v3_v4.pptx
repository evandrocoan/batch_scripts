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92" r:id="rId6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9" Type="http://schemas.openxmlformats.org/officeDocument/2006/relationships/slide" Target="slides/slide68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ubtítulo 2">
            <a:extLst>
              <a:ext uri="{FF2B5EF4-FFF2-40B4-BE49-F238E27FC236}">
                <a16:creationId xmlns:a16="http://schemas.microsoft.com/office/drawing/2014/main" id="{86977ACC-A3D9-9CEF-30F5-DF5F70388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268414"/>
            <a:ext cx="8928100" cy="554513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3. SANTO ANTÔNIO, DO POVO SOFRIDO,/ VEM MOSTRAR NOVO TEMPO FLORIR./: </a:t>
            </a:r>
            <a:r>
              <a:rPr lang="pt-BR" altLang="pt-BR" sz="4400" b="1"/>
              <a:t>ONDE TUDO SERÁ PARTILHADO,/ NOVA ERA DE UM POVO A SORRIR.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4. SANTO ANTÔNIO, TEU ROSTO DE POBRE,/ BRILHA A PAZ DO MENINO JESUS,/: </a:t>
            </a:r>
            <a:r>
              <a:rPr lang="pt-BR" altLang="pt-BR" sz="4400" b="1"/>
              <a:t>DEUS-CRIANÇA, ESPERANÇA DO POVO,/ NOSSA FORÇA, DO CÉU NOSSA LUZ!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pt-BR" altLang="pt-BR" sz="4400"/>
          </a:p>
        </p:txBody>
      </p:sp>
      <p:sp>
        <p:nvSpPr>
          <p:cNvPr id="72707" name="Título 1">
            <a:extLst>
              <a:ext uri="{FF2B5EF4-FFF2-40B4-BE49-F238E27FC236}">
                <a16:creationId xmlns:a16="http://schemas.microsoft.com/office/drawing/2014/main" id="{56E80F84-ABE9-D97E-0611-59EE26E1AC8D}"/>
              </a:ext>
            </a:extLst>
          </p:cNvPr>
          <p:cNvSpPr>
            <a:spLocks/>
          </p:cNvSpPr>
          <p:nvPr/>
        </p:nvSpPr>
        <p:spPr bwMode="auto">
          <a:xfrm>
            <a:off x="1666876" y="125414"/>
            <a:ext cx="900112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7030A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