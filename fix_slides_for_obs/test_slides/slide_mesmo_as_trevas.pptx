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33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6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ítulo 1">
            <a:extLst>
              <a:ext uri="{FF2B5EF4-FFF2-40B4-BE49-F238E27FC236}">
                <a16:creationId xmlns:a16="http://schemas.microsoft.com/office/drawing/2014/main" id="{51540575-0CE6-752C-287F-A5C87A218F0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6" y="125413"/>
            <a:ext cx="9001125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  <a:defRPr/>
            </a:pPr>
            <a:r>
              <a:rPr lang="pt-BR" sz="3200" dirty="0">
                <a:solidFill>
                  <a:srgbClr val="7030A0"/>
                </a:solidFill>
                <a:latin typeface="Calibri" panose="020F0502020204030204" pitchFamily="34" charset="0"/>
              </a:rPr>
              <a:t>Mesmo as trevas</a:t>
            </a:r>
            <a:br>
              <a:rPr lang="pt-BR" sz="3200" dirty="0">
                <a:latin typeface="Calibri" panose="020F0502020204030204" pitchFamily="34" charset="0"/>
              </a:rPr>
            </a:br>
            <a:r>
              <a:rPr lang="pt-BR" sz="2400" dirty="0">
                <a:latin typeface="Calibri" panose="020F0502020204030204" pitchFamily="34" charset="0"/>
              </a:rPr>
              <a:t>Comunidade Ecumênica de </a:t>
            </a:r>
            <a:r>
              <a:rPr lang="pt-BR" sz="2400" dirty="0" err="1">
                <a:latin typeface="Calibri" panose="020F0502020204030204" pitchFamily="34" charset="0"/>
              </a:rPr>
              <a:t>Taizé</a:t>
            </a:r>
            <a:endParaRPr lang="pt-BR" sz="2400" dirty="0">
              <a:latin typeface="Calibri" panose="020F0502020204030204" pitchFamily="34" charset="0"/>
            </a:endParaRPr>
          </a:p>
        </p:txBody>
      </p:sp>
      <p:sp>
        <p:nvSpPr>
          <p:cNvPr id="26627" name="Subtítulo 2">
            <a:extLst>
              <a:ext uri="{FF2B5EF4-FFF2-40B4-BE49-F238E27FC236}">
                <a16:creationId xmlns:a16="http://schemas.microsoft.com/office/drawing/2014/main" id="{AA8DA93A-D078-AD6F-8560-F6D17C0D777A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666876" y="4724400"/>
            <a:ext cx="8893175" cy="2089150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5000"/>
              </a:lnSpc>
              <a:spcBef>
                <a:spcPct val="0"/>
              </a:spcBef>
              <a:buNone/>
            </a:pPr>
            <a:r>
              <a:rPr lang="pt-BR" altLang="pt-BR" sz="5400" b="1">
                <a:latin typeface="Calibri" panose="020F0502020204030204" pitchFamily="34" charset="0"/>
              </a:rPr>
              <a:t>MESMO AS TREVAS, NÃO SÃO TREVAS/ PARA TI, A NOITE É LUMINOSA COMO O DIA.</a:t>
            </a:r>
            <a:endParaRPr lang="pt-BR" altLang="pt-BR" sz="54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