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2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3" Type="http://schemas.openxmlformats.org/officeDocument/2006/relationships/slide" Target="slides/slide4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>
            <a:extLst>
              <a:ext uri="{FF2B5EF4-FFF2-40B4-BE49-F238E27FC236}">
                <a16:creationId xmlns:a16="http://schemas.microsoft.com/office/drawing/2014/main" id="{174C3BAB-5665-E95B-168D-0F8C6028A18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9155" name="Subtítulo 2">
            <a:extLst>
              <a:ext uri="{FF2B5EF4-FFF2-40B4-BE49-F238E27FC236}">
                <a16:creationId xmlns:a16="http://schemas.microsoft.com/office/drawing/2014/main" id="{2C98D36D-08CF-4E30-E80C-74FF8DB608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2. A SUA SALVAÇÃO NOS ARREBATA * ARRANCA-NOS DAS MÃOS DOS INIMIGOS./ PELO AMOR QUE JUROU A NOSSOS PAIS, * PELA SANTA ALIANÇA QUE ELE FEZ!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